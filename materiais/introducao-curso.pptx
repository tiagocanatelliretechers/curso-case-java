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57055" y="-1463040"/>
            <a:ext cx="4023360" cy="402336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4389120"/>
            <a:ext cx="3474720" cy="347472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APPLICATION SECURITY ENGINEER — JAVA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AO CURSO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ao Curso — Application Security em Java (CASE)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conteúdo · leitura e apresentação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1148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Panorama do Curso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Boas-vindas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é um curso prático de segurança de aplicações para quem desenvolve em Java — você vai atacar e defender uma aplicação real.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horas, 6 encontros de 4 horas, ao vivo.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aula combina teoria e laboratório na mesma sessão.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inspirado no CASE (Certified Application Security Engineer).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668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7812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 a gente aprende segurança fazendo — quebrando e depois consertando código de verdade.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é este curso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para desenvolvedores Java que já constroem software e querem construir com segurança.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Público: pessoas com 2+ anos de experiência em Java/Spring.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Pré-requisitos técnicos: JDK 17, Maven, Docker, uma IDE e Postman/Insomnia.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preciso experiência prévia em segurança — vamos construir essa base juntos.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668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7812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 rodada de apresentação — nome, o que você desenvolve e uma dúvida de segurança que te incomoda.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saber fazer ao final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é sair com competências aplicáveis no seu dia a dia, não só conceitos.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e explorar as principais vulnerabilidades (OWASP Top 10) em aplicações Java.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essas falhas com código seguro (validação, autenticação, autorização, criptografia).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950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threat modeling e escrever requisitos de segurança verificáveis.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6839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ferramentas de teste (SAST/DAST) e montar gates de segurança no CI/CD.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4728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segurança em todo o ciclo de desenvolvimento (Secure SDLC).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curso funciona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encontro tem o mesmo ritmo: entender a teoria, ver o exemplo, e pôr a mão na massa.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com exemplos concretos em Java e analogias do mundo real.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guiado, com passo a passo e checkpoints de verificação.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de fixação ao final de cada aula.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slides, guias de laboratório, gabaritos e templates.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570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aprender a dirigir — um pouco de teoria e muito volante, sempre em pista segura.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aplicação que vamos proteger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trocar de exemplo a cada aula, você evolui a MESMA aplicação do começo ao fim.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"Portal de Pedidos B2B": login, cadastro de clientes, catálogo, carrinho, checkout, área admin e upload de comprovantes.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62072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Java 17, Spring Boot 3, Spring Security, JPA, banco H2/PostgreSQL, API REST com JWT.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7413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nasce cheia de vulnerabilidades reais, propositais e didáticas.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53028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744468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após aula, você transforma a versão "quebrada" na versão segura.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Application Security importa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das brechas de alto impacto hoje está na camada de aplicação — não na rede.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e HTTPS protegem o transporte, mas não a lógica que decide "quem pode ver o quê".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1061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requisição de ataque quase sempre é um HTTP perfeitamente válido.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950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corrigir cresce a cada fase: barato no requisito, caríssimo sob incidente.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6839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5983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que "entra no fim" é cara e frágil; segurança projetada desde o início é barata e robusta (shift-left).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do inimigo: OWASP Top 10 (2021)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lista das dez categorias de risco mais críticas em aplicações web — nosso vocabulário comum.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 Broken Access Control · A02 Cryptographic Failures · A03 Injection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A04 Insecure Design · A05 Security Misconfiguration · A06 Vulnerable Components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A07 Auth Failures · A08 Software/Data Integrity · A09 Logging Failures · A10 SSRF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668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7812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dez categorias estão vivas na aplicação — e você vai encontrá-las e corrigi-las.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em todo o ciclo (Secure SDLC)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não é uma etapa no fim — é uma preocupação em cada fase do desenvolvimento.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→ Design → Implementação → Teste → Deploy → Manutenção.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aula do curso ataca uma dessas fases, usando o mesmo Portal.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5633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4777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é como qualidade — não se "inspeciona no fim", se constrói em cada etapa.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1 — Ameaças, Ataques e Requisitos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campo de jogo e transformar isso em requisitos de segurança.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de AppSec, o OWASP Top 10 item a item e a anatomia de um ataque.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 de requisitos: abuse cases, security user stories e ASVS.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subir o Portal, reconhecê-lo como um atacante e derivar requisitos.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2 — Design Seguro e Validação de Entrada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falhas nascem no design — e como a validação de entrada as elimina.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 de secure by design e threat modeling com STRIDE.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entrada, Bean Validation e upload seguro.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corrigir SQL Injection, adicionar validação e proteger o upload.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3 — Autenticação e Autorização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Provar quem é o usuário e garantir o que ele pode fazer.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de senha (bcrypt), políticas modernas, MFA e SSO.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acesso: RBAC, IDOR e autorização por objeto.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explorar e corrigir o IDOR, migrar senhas para bcrypt, limitar tentativas de login.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4 — Criptografia e Sessão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dados de verdade e blindar a sessão do usuário.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x hash x codificação; AES-GCM, chaves e SecureRandom.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sessão, cookies seguros, JWT e CSRF.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substituir "Base64" por AES, verificar assinatura de JWT e proteger a sessão.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 — Tratamento de Erros e Testes (SAST/DAST)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com segurança e encontrar falhas com ferramentas.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erro sem vazar informação e logging seguro.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(análise estática) e DAST (análise dinâmica): forças e limites.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handler global de erros, scan com SonarQube/Semgrep e OWASP ZAP.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 — Deploy Seguro e Fechamento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Levar a segurança até a produção e amarrar tudo.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Hardening, gestão de segredos, dependências vulneráveis e segurança em containers.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de segurança no CI/CD e revisão de código.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final + Capture the Flag + simulado de certificação.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precisa na máquina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o ambiente antes da Aula 1 para não perder tempo de laboratório.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17+, Git, Docker + Docker Compose, uma IDE Java e Postman/Insomnia.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livres: 8080 (app), 5432 (banco) e 9000 (ferramenta de análise, Aula 5).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na primeira execução (download de dependências).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3522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02666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agora com java -version, docker --version e git --version.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evolui a mesma aplicação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laboratório parte do estado corrigido do anterior — como um projeto real que amadurece.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aula-1-baseline: a aplicação vulnerável (ponto de partida).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aula, uma versão "endurecida" (hardened) com as correções acumuladas.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final, a mesma aplicação sai segura, com testes que provam as correções.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668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7812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seu backlog de segurança sendo resolvido sprint a sprint.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é avaliado (e aprende)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é prática e contínua — o foco é aprendizado, não pegadinha.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Laboratórios com checkpoints em cada aula.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Quizzes de fixação ao final de cada encontro.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Flag e simulado de certificação na Aula 6.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DO CURSO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Combinados e postura ética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atacar sistemas — e isso exige responsabilidade.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ataque acontece em ambiente controlado e autorizado (o nosso Portal).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ataque aqui servem para aprender a defender.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um escopo autorizado, testar segurança em sistemas de terceiros é crime.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3522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02666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grande acesso vem grande responsabilidade — segurança é também uma postura profissional.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1148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Aquecimento Técnico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Aquecimento: o vocabulário que vamos usar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mergulhar, vamos alinhar os conceitos-base que atravessam todas as 6 aulas — pense nisto como o aquecimento antes do treino.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ideias simples, mas que sustentam quase toda vulnerabilidade que veremos.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slide traz a teoria, um exemplo tangível e um exercício rápido para fazermos juntos.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9923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estes fundamentos ficarem sólidos, o resto do curso vira aplicação deles.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1 — Fronteira de confiança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mais importante em AppSec: "de onde vem este dado, e eu posso confiar nele?".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trust boundary (fronteira de confiança) é o ponto onde um dado sai do controle do sistema e passa a poder ser manipulado por terceiros — tudo que cruza essa fronteira é "não confiável" até prova em contrário.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coisa que venha do navegador — parâmetros, formulários, headers, cookies, corpo JSON — foi potencialmente forjada pelo usuário.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portaria do prédio — visitante só entra depois de identificado; encomenda só sobe depois de conferida.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697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50612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listem, para a tela de login, tudo que "vem de fora" e portanto não é confiável.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2 — Anatomia de uma requisição HTTP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interação web é uma requisição HTTP — saber lê-la é enxergar onde o atacante age.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requisição tem método (GET/POST…), caminho, headers (incl. Authorization, Cookie), e às vezes um corpo (form ou JSON). A resposta tem status, headers e corpo.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018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/api/auth/login HTTP/1.1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portal.local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{"email":"joao@acme.com","senha":"senha123"}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6168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45312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método, caminho, headers e corpo — todos são controlados pelo cliente e podem ser alterados (ex.: com o Postman).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15721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524865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nessa requisição, o que é entrada do usuário? E o que o servidor devolve que poderia vazar informação?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3 — Cliente x Servidor: nunca confie no cliente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no navegador é conveniência para o usuário; segurança acontece no servidor.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(browser/app) roda na máquina do usuário, que pode inspecionar, alterar e reenviar qualquer requisição. Portanto, controles só no cliente são decorativos.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186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esconder o botão "Admin" no frontend não impede alguém de chamar /admin direto pela URL.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142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comum: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campo é readonly e tem maxlength, então está seguro". O atacante ignora o HTML e manda o que quiser.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1830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80974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e autorize sempre no servidor — o cliente é território do atacante.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4 — Autenticação x Autorização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conceitos que se confundem o tempo todo — e cuja mistura gera metade das falhas de acesso.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prova QUEM você é (login). Autorização decide O QUE você pode fazer (permissões). Autenticar não é autorizar.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 logado (autenticado) não deveria permitir ler o pedido de outro cliente — isso é uma decisão de autorização.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325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crachá prova quem você é (autenticação); a catraca que libera cada andar decide onde você entra (autorização).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82803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 o próprio extrato", "aprovar um pagamento", "provar a identidade no login" — cada um é authn ou authz?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5 — Como o servidor "lembra" de você: sessão x token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é sem memória; para manter você logado, o servidor usa sessão (cookie) ou token (JWT).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sessão stateful, o servidor guarda o estado e envia um JSESSIONID no cookie. No stateless, o servidor envia um token assinado (JWT) que o cliente reapresenta a cada requisição.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abordagem tem trade-offs — sessão é fácil de revogar; JWT é fácil de escalar, mas difícil de revogar antes de expirar.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usamos sessão na web e JWT na API — e as duas terão falhas didáticas a corrigir na Aula 4.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697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50612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token não for verificado corretamente, o que impede alguém de forjar role: ADMIN?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6 — Codificar x Cifrar x Hashear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trio mais confundido da segurança — e a raiz de muitas "criptografias" falsas.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98548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(Base64): muda o formato, é reversível sem chave — NÃO protege nada.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Cifrar (AES): reversível com chave — protege confidencialidade de dado que precisa ser recuperado.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6839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Hashear (bcrypt): irreversível — serve para verificar senha sem guardá-la.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3872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é escrever no espelho; cifrar é trancar no cofre; hashear é triturar o papel.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24281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33425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classifiquem — guardar uma senha, proteger um número de cartão, transmitir um dado em Base64: é hash, cifra ou codificação?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7 — Injeção: a fronteira entre dado e comando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"injeção" nasce de misturar, na mesma string, a instrução e o dado do usuário.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dado do usuário é concatenado num comando (SQL, shell, HTML), o interpretador não distingue instrução de conteúdo — e o conteúdo vira comando.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448056"/>
          </a:xfrm>
          <a:prstGeom prst="roundRect">
            <a:avLst>
              <a:gd name="adj" fmla="val 12245"/>
            </a:avLst>
          </a:prstGeom>
          <a:solidFill>
            <a:srgbClr val="1018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55264"/>
            <a:ext cx="10661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produto WHERE nome LIKE '%" + termo + "%'"  // termo vira SQL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7647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ditar uma carta e, no meio, dizer "…e agora apague os arquivos" — sem separar instrução de conteúdo, o interpretador obedece.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7200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defende: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comando de dado (consultas parametrizadas) — o dado nunca é interpretado como código.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8 — Validação de entrada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linha de defesa: decidir o que entra, antes de usar.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allowlist (aceitar apenas o que é sabidamente válido) a denylist (tentar bloquear o que é ruim) — a denylist sempre fica atrás de novas variações de ataque.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186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formato, tamanho e tipo; e valide no servidor, na borda (ex.: Bean Validation nos DTOs) e no domínio (regras de negócio).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142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 um upload só se o conteúdo real (magic number) for PDF/PNG — não confiar na extensão do nome.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1830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80974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campo "CNPJ", quais regras de allowlist você escreveria?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9 — Princípios de design seguro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Alguns princípios guiam quase toda boa decisão de segurança — vamos usá-los o curso inteiro.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privilege: cada um com o mínimo de acesso necessário.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depth: várias camadas; nenhuma é o único ponto de falha.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securely: em erro, negar por padrão — nunca "abrir" o acesso.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mediation: toda requisição a um recurso é verificada.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570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banco não tem só uma tranca — tem porta, cofre, câmeras e alarme; se uma falha, as outras seguram.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10 — Pensando como atacante (mini threat model)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ameaças é responder, para cada funcionalidade, três perguntas simples.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O que estamos protegendo? (2) De quem/de quê? (3) Como isso poderia dar errado — e o que faremos a respeito?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940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855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 de comprovante — proteger o servidor e os arquivos; de um usuário malicioso; contra arquivos executáveis, nomes com ../ e uploads gigantes.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8960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8104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2 formalizamos isso com STRIDE; hoje já dá para pensar assim.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343400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apliquem as três perguntas à funcionalidade de login.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 11 — Spring Security em um slide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técnica em Java que usaremos para autenticar e autorizar.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Spring Security intercepta requisições numa cadeia de filtros. Um UserDetailsService carrega o usuário; um PasswordEncoder verifica a senha; regras de autorização decidem o acesso.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95528"/>
          </a:xfrm>
          <a:prstGeom prst="roundRect">
            <a:avLst>
              <a:gd name="adj" fmla="val 6897"/>
            </a:avLst>
          </a:prstGeom>
          <a:solidFill>
            <a:srgbClr val="1018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http.authorizeHttpRequests(a -&gt; a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.requestMatchers("/admin/**").hasRole("ADMIN")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.anyRequest().authenticated());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1421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10565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@PreAuthorize e checagens no service permitem autorização por função e por objeto (contra IDOR).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80974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90118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configurar exatamente isso nas Aulas 3 e 4.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Aquecimento — glossário essencial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 que vão aparecer o tempo todo; guarde-os à mão.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PII: dados pessoais identificáveis. CVE: vulnerabilidade pública catalogada.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o dado/carga que o atacante envia. IDOR: acesso a objeto de outro por trocar o id.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9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Hardening: reduzir a superfície e endurecer a configuração. SBOM: inventário de componentes.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0156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CIA: Confidencialidade, Integridade, Disponibilidade.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68046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7190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explica com as próprias palavras o que é "IDOR" e dá um exemplo no Portal.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TÉCNICO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começar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sai deste curso capaz de encontrar, explicar e corrigir vulnerabilidades reais em aplicações Java.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Aquecimento feito: agora temos vocabulário e fundamentos comuns.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Aula 1 — Ameaças, Ataques e Levantamento de Requisitos.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9923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1 você sobe a aplicação e faz seu primeiro reconhecimento como atacante.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94760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frase, o que você mais quer levar deste curso?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2026-09-15T12:46:25Z</dcterms:created>
  <dcterms:modified xsi:type="dcterms:W3CDTF">2026-09-15T12:46:25Z</dcterms:modified>
</cp:coreProperties>
</file>