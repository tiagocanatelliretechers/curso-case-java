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7055" y="-1463040"/>
            <a:ext cx="4023360" cy="402336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389120"/>
            <a:ext cx="3474720" cy="347472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APPLICATION SECURITY ENGINEER — JAVA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INTRODUÇÃO AO CURSO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10424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Introdução ao Curso — Application Security em Java (CASE)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120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conteúdo · leitura e apresentação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Boas-vindas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é um curso prático de segurança de aplicações para quem desenvolve em Java — você vai atacar e defender uma aplicação real.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5000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horas, 6 encontros de 4 horas, ao vivo.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28900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aula combina teoria e laboratório na mesma sessão.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907792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inspirado no CASE (Certified Application Security Engineer).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18668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27812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 a gente aprende segurança fazendo — quebrando e depois consertando código de verdade.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quem é este curso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Pensado para desenvolvedores Java que já constroem software e querem construir com segurança.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5000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Público: pessoas com 2+ anos de experiência em Java/Spring.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28900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Pré-requisitos técnicos: JDK 17, Maven, Docker, uma IDE e Postman/Insomnia.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907792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preciso experiência prévia em segurança — vamos construir essa base juntos.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18668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27812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Dinâmica: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rápida rodada de apresentação — nome, o que você desenvolve e uma dúvida de segurança que te incomoda.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vai saber fazer ao final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meta é sair com competências aplicáveis no seu dia a dia, não só conceitos.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9854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e explorar as principais vulnerabilidades (OWASP Top 10) em aplicações Java.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77440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Corrigir essas falhas com código seguro (validação, autenticação, autorização, criptografia).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889504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Fazer threat modeling e escrever requisitos de segurança verificáveis.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168396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ferramentas de teste (SAST/DAST) e montar gates de segurança no CI/CD.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44728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segurança em todo o ciclo de desenvolvimento (Secure SDLC).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curso funciona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encontro tem o mesmo ritmo: entender a teoria, ver o exemplo, e pôr a mão na massa.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5000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 com exemplos concretos em Java e analogias do mundo real.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28900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 guiado, com passo a passo e checkpoints de verificação.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907792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de fixação ao final de cada aula.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186684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apoio: slides, guias de laboratório, gabaritos e templates.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46557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355701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como aprender a dirigir — um pouco de teoria e muito volante, sempre em pista segura.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aplicação que vamos proteger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vez de trocar de exemplo a cada aula, você evolui a MESMA aplicação do começo ao fim.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5000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"Portal de Pedidos B2B": login, cadastro de clientes, catálogo, carrinho, checkout, área admin e upload de comprovantes.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62072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Java 17, Spring Boot 3, Spring Security, JPA, banco H2/PostgreSQL, API REST com JWT.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374136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nasce cheia de vulnerabilidades reais, propositais e didáticas.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653028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E1F1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744468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após aula, você transforma a versão "quebrada" na versão segura.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Application Security importa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maioria das brechas de alto impacto hoje está na camada de aplicação — não na rede.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9854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e HTTPS protegem o transporte, mas não a lógica que decide "quem pode ver o quê".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10612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requisição de ataque quase sempre é um HTTP perfeitamente válido.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889504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de corrigir cresce a cada fase: barato no requisito, caríssimo sob incidente.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16839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25983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que "entra no fim" é cara e frágil; segurança projetada desde o início é barata e robusta (shift-left).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mapa do inimigo: OWASP Top 10 (2021)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lista das dez categorias de risco mais críticas em aplicações web — nosso vocabulário comum.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5000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A01 Broken Access Control · A02 Cryptographic Failures · A03 Injection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28900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A04 Insecure Design · A05 Security Misconfiguration · A06 Vulnerable Components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907792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A07 Auth Failures · A08 Software/Data Integrity · A09 Logging Failures · A10 SSRF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18668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27812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dez categorias estão vivas na aplicação — e você vai encontrá-las e corrigi-las.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Segurança em todo o ciclo (Secure SDLC)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não é uma etapa no fim — é uma preocupação em cada fase do desenvolvimento.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9854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→ Design → Implementação → Teste → Deploy → Manutenção.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77440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aula do curso ataca uma dessas fases, usando o mesmo Portal.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656332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49808" y="2747772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é como qualidade — não se "inspeciona no fim", se constrói em cada etapa.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1 — Ameaças, Ataques e Requisitos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o campo de jogo e transformar isso em requisitos de segurança.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9854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de AppSec, o OWASP Top 10 item a item e a anatomia de um ataque.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77440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Levantamento de requisitos: abuse cases, security user stories e ASVS.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6332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subir o Portal, reconhecê-lo como um atacante e derivar requisitos.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2 — Design Seguro e Validação de Entrada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falhas nascem no design — e como a validação de entrada as elimina.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9854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Princípios de secure by design e threat modeling com STRIDE.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77440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entrada, Bean Validation e upload seguro.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6332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corrigir SQL Injection, adicionar validação e proteger o upload.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3 — Autenticação e Autorização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Provar quem é o usuário e garantir o que ele pode fazer.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9854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de senha (bcrypt), políticas modernas, MFA e SSO.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77440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acesso: RBAC, IDOR e autorização por objeto.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6332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explorar e corrigir o IDOR, migrar senhas para bcrypt, limitar tentativas de login.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4 — Criptografia e Sessão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dados de verdade e blindar a sessão do usuário.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9854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 x hash x codificação; AES-GCM, chaves e SecureRandom.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77440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sessão, cookies seguros, JWT e CSRF.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6332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substituir "Base64" por AES, verificar assinatura de JWT e proteger a sessão.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5 — Tratamento de Erros e Testes (SAST/DAST)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Falhar com segurança e encontrar falhas com ferramentas.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9854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de erro sem vazar informação e logging seguro.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77440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(análise estática) e DAST (análise dinâmica): forças e limites.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6332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handler global de erros, scan com SonarQube/Semgrep e OWASP ZAP.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6 — Deploy Seguro e Fechamento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Levar a segurança até a produção e amarrar tudo.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9854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Hardening, gestão de segredos, dependências vulneráveis e segurança em containers.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77440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de segurança no CI/CD e revisão de código.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6332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final + Capture the Flag + simulado de certificação.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precisa na máquina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o ambiente antes da Aula 1 para não perder tempo de laboratório.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9854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JDK 17+, Git, Docker + Docker Compose, uma IDE Java e Postman/Insomnia.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77440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Portas livres: 8080 (app), 5432 (banco) e 9000 (ferramenta de análise, Aula 5).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6332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na primeira execução (download de dependências).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2935224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E1F1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026664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Dinâmica: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agora com java -version, docker --version e git --version.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evolui a mesma aplicação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laboratório parte do estado corrigido do anterior — como um projeto real que amadurece.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5000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aula-1-baseline: a aplicação vulnerável (ponto de partida).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28900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aula, uma versão "endurecida" (hardened) com as correções acumuladas.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907792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final, a mesma aplicação sai segura, com testes que provam as correções.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186684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E1F1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278124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seu backlog de segurança sendo resolvido sprint a sprint.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você é avaliado (e aprende)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avaliação é prática e contínua — o foco é aprendizado, não pegadinha.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9854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Laboratórios com checkpoints em cada aula.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77440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 de fixação ao final de cada encontro.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6332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Flag e simulado de certificação na Aula 6.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Combinados e postura ética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atacar sistemas — e isso exige responsabilidade.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9854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ataque acontece em ambiente controlado e autorizado (o nosso Portal).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77440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de ataque aqui servem para aprender a defender.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6332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de um escopo autorizado, testar segurança em sistemas de terceiros é crime.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293522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02666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grande acesso vem grande responsabilidade — segurança é também uma postura profissional.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Vamos começar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sai deste curso capaz de encontrar, explicar e corrigir vulnerabilidades reais em aplicações Java.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5000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 Aula 1 — Ameaças, Ataques e Levantamento de Requisitos.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28900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Deixe o ambiente pronto e traga suas dúvidas.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907792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49808" y="2999232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Aula 1 você sobe a aplicação e faz seu primeiro reconhecimento como atacante.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E1F1E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3794760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Dinâmica: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uma frase, o que você mais quer levar deste curso?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2026-09-15T05:18:34Z</dcterms:created>
  <dcterms:modified xsi:type="dcterms:W3CDTF">2026-09-15T05:18:34Z</dcterms:modified>
</cp:coreProperties>
</file>