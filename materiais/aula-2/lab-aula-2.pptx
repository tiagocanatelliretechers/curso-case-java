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3716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480560"/>
            <a:ext cx="3291840" cy="3291840"/>
          </a:xfrm>
          <a:prstGeom prst="ellipse">
            <a:avLst/>
          </a:prstGeom>
          <a:solidFill>
            <a:srgbClr val="028090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· CASE JAVA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Modeling + Correção de Input Validation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4805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Duração: 70 min · Ponto de partida: aula-2-baseline (= baseline; ainda sem correções de código).    ·    Ambiente: JDK 17 + IDE + Postman/navegador.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4864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correção deve ser acompanhada de um teste que prova o comportamento seguro.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457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2.1 — Completar a matriz STRIDE (15 min)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Laboratório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exercitar threat modeling adicionando ameaças ao modelo do Portal.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77924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passo: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29968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anexos/matriz-stride.md (linhas 1–5 já preenchidas).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38121"/>
            <a:ext cx="1097280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 ≥ 3 ameaças novas (linhas 6+), cada uma com categoria STRIDE, risco e mitigação.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88590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ameaças que não repitam os exemplos.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196742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</a:t>
            </a:r>
            <a:pPr indent="0" marL="0"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novas linhas coerentes (ameaça → STRIDE → risco → mitigação).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48786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(instrutor):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00830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categorias STRIDE estão corretas para cada ameaça?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187038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ameaça tem uma mitigação acionável (não genérica)?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457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2.2 — Corrigir SQL Injection na busca (25 min)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Laboratório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o SQLi em ProdutoService.buscar migrando para query parametrizada.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77924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0 — Reproduza o ataque (baseline):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11064240" cy="480060"/>
          </a:xfrm>
          <a:prstGeom prst="roundRect">
            <a:avLst>
              <a:gd name="adj" fmla="val 11429"/>
            </a:avLst>
          </a:prstGeom>
          <a:solidFill>
            <a:srgbClr val="1018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139696"/>
            <a:ext cx="106984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"http://localhost:8080/produtos/buscar?termo=zzz' UNION SELECT id,email,senha,0,0 FROM usuario --"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19756"/>
            <a:ext cx="1106424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que e-mails e hashes MD5 aparecem na listagem.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927909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passo: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79953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service/ProdutoService.java.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588106"/>
            <a:ext cx="1097280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Substitua a concatenação por uma query parametrizada (JdbcTemplate com ?, ou um método @Query/derivado no ProdutoRepository).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138574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Garanta que o caractere curinga % faça parte do parâmetro, não da string SQL.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446727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Reinicie e repita o ataque do Passo 0 — o UNION deve deixar de funcionar.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754880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um teste (JUnit) que: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063033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um termo normal e retorna o produto esperado;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349240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pelo payload ' OR '1'='1 e não retorna todos os produtos.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35447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</a:t>
            </a:r>
            <a:pPr indent="0" marL="0"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funciona; payloads de SQLi não injetam mais; teste passa.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87491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(instrutor):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457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2.2 — Corrigir SQL Injection na busca (25 min)  (cont.)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Laboratório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usa binding de parâmetro (sem concatenar termo)?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12087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payload UNION da Aula 1 falha (retorna vazio/nada de usuários)?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98294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teste automatizado provando a correção?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457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2.3 — Bean Validation + validador @CNPJ (20 min)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Laboratório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as entradas do cadastro na borda e criar um validador customizado.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77924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passo: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29968"/>
            <a:ext cx="1097280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dto/CadastroClienteForm.java, adicione anotações Jakarta Validation: @NotBlank, @Size, @Email nos campos apropriados; senha com tamanho mínimo.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580437"/>
            <a:ext cx="1097280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a anotação @CNPJ + ConstraintValidator que valida CNPJ (formato e dígitos verificadores). Aplique @CNPJ no campo cnpj.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30906"/>
            <a:ext cx="1097280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HomeController.registrar, receba o form com @Valid e trate erros (reexibir o formulário com mensagens; não vazar detalhes internos).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81374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manualmente: CNPJ inválido, e-mail malformado, senha curta → cadastro rejeitado.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89527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</a:t>
            </a:r>
            <a:pPr indent="0" marL="0"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inválidas são rejeitadas na borda com mensagens claras e genéricas.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83887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(instrutor):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935931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@Valid está ativo no controller e os erros são tratados?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222138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validador @CNPJ rejeita um CNPJ com dígito verificador errado?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508346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de erro não expõem stack trace/detalhes internos?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457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2.4 — Upload seguro de comprovante (10 min)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Laboratório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o upload irrestrito em um upload seguro.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77924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passo: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29968"/>
            <a:ext cx="10972800" cy="3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service/UploadService.salvar, implemente: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38121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 de tipos por magic number (ex.: PDF %PDF, PNG \x89PNG, JPG \xFF\xD8).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24328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tamanho (ex.: 5 MB) — rejeite acima disso.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10535"/>
            <a:ext cx="10972800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gerado pelo servidor (UUID + extensão segura); nunca use o nome do cliente no caminho.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439058"/>
            <a:ext cx="10972800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Reinicie e teste: enviar .png válido (aceita); enviar .jsp/.sh (rejeita); enviar nome com ../ (salvo com nome seguro, sem traversal).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89527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</a:t>
            </a:r>
            <a:pPr indent="0" marL="0"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tipos permitidos e dentro do limite são aceitos; nome é seguro.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341571"/>
            <a:ext cx="11064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(instrutor):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693615"/>
            <a:ext cx="10972800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arquivo com extensão trocada (conteúdo executável, nome .png) é rejeitado pelo magic number?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222138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com ../ não escreve fora do diretório previsto?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508346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limite de tamanho aplicado?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457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Laboratório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corrigido (2.2, 2.3, 2.4) + testes do 2.2.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12087"/>
            <a:ext cx="10972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STRIDE com ≥ 3 ameaças novas.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2026-09-14T15:44:25Z</dcterms:created>
  <dcterms:modified xsi:type="dcterms:W3CDTF">2026-09-14T15:44:25Z</dcterms:modified>
</cp:coreProperties>
</file>