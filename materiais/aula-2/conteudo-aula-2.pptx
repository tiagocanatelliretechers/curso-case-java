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Seguro e Arquitetura + Validação de Entrada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Seguro e Arquitetura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 hoje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1 você reconheceu a aplicação e escreveu requisitos. Hoje entendemos por que as falhas nascem — e como eliminá-las já no design e na validação de entrada.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secure by design e como eles guiam decisões.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com STRIDE sobre a arquitetura do Portal.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entrada: allowlist, Bean Validation e upload seguro.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668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corrigir SQL Injection, adicionar validação e proteger o upload.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570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vulnerabilidades é barata de evitar no design e cara de remediar em produção.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um recurso a ser adicionado depois; é uma consequência de boas decisões de projeto.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"secure by design" significa incorporar segurança nas decisões de arquitetura desde o início — escolher onde os controles moram, quais dados cruzam quais fronteiras e como o sistema se comporta sob abuso.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787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701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diferença entre projetar um banco já com cofre e sala-forte, e tentar "adicionar segurança" a um galpão depois de pronto.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742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2656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IDOR existe porque a decisão "onde verificar a posse do pedido" nunca foi tomada no design.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— Least Privilege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usuário, serviço ou componente deve ter o mínimo de acesso necessário para sua função.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privilégios excessivos ampliam o dano de qualquer comprometimento. Menos acesso = menor raio de explosão.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deveria conectar ao banco com um usuário que só faz o necessário — não com um superusuário que pode apagar tabelas.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funcionário da limpeza tem a chave das salas que limpa, não a chave do cofre.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36592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828032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Portal, que privilégios o usuário de banco realmente precisa?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— Defense in Depth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dependa de uma única defesa; empilhe camadas para que a falha de uma não comprometa o todo.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(validação, autorização, criptografia, monitoramento) é independente; o atacante precisa vencer todas.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um WAF na frente, o código ainda usa consultas parametrizadas — se o WAF falha, a parametrização segura.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tem porta, cofre, câmeras e alarme; se uma falha, as outras seguram.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36592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828032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assuma que qualquer camada isolada pode falhar — e projete para isso.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— Fail Securely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de um erro inesperado, o estado padrão deve ser negar, nunca liberar.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 não tratadas não podem "abrir" acesso ou autorização por acidente.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7523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checagem de permissão lança uma exceção, o resultado deve ser 403 — jamais "deixa passar".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4787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catch genérico que engole a exceção de autorização e continua o fluxo como se estivesse tudo bem.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34340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 "negar"; só conceda acesso após a verificação explícita ter sucesso.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— Mediação, Simplicidade e Zero Trust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três ideias que fecham o conjunto de design seguro.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mediation: toda requisição a um recurso é verificada — não cacheie indevidamente a decisão de acesso.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mechanism (KISS): simplicidade reduz a superfície de erro; código complexo esconde falhas.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2267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Trust: nunca confie por localização de rede; verifique sempre identidade e autorização.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3474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2618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é o prédio onde cada porta exige o crachá — não basta "já estar lá dentro".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camadas: onde a segurança mora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aplicação Spring, cada camada tem uma responsabilidade de segurança específica.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(borda): autenticação, validação sintática, mapeamento de erro.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(domínio): autorização de negócio, validação semântica, invariantes (ex.: posse do recurso).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6839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acesso a dados parametrizado.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3872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IDOR se resolve no Service (verificar dono), não no template — esconder um link não é controle.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3342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design decide em qual camada cada controle vive; se não vive em nenhuma, a falha nasce.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validar: borda x domínio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acontece em lugares diferentes, com propósitos diferentes — e nunca só no cliente.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Client-side: apenas UX; nunca confiar.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na borda: formato e sintaxe (Bean Validation nos DTOs).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Domínio: regras de negócio e invariantes (ex.: "preço vem do servidor").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8668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7812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pode validar o formato do e-mail para ajudar o usuário, mas o servidor precisa validar de novo — o atacante ignora o navegador.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e WAF: camada adicional, não substituta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Proteções de borda ajudam, mas não corrigem a causa dentro do código.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e WAF oferecem rate limiting, filtragem e terminação de TLS — reduzem ruído e barram ataques triviais.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 WAF como "a" segurança. O atacante reescreve o payload até passar pela assinatura.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compra tempo; a correção mora no código.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— por que e quando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ameaças é antecipar, no design, o que pode dar errado — antes de escrever a primeira linha.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quatro perguntas — o que estamos construindo? o que pode dar errado? o que faremos? fizemos bem?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atividade de time, feita sobre um diagrama do sistema, e revisitada quando a arquitetura muda.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modelamos as ameaças do Portal e derivamos mitigações — a base do Lab 2.1.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diagrama de fluxo (DFD) do Portal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modelar ameaças, primeiro desenhamos por onde os dados fluem e onde estão as fronteiras de confiança.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Flow Diagram mostra entidades externas, processos, armazenamentos e os fluxos entre eles — e marca as trust boundaries.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5536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442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externas: Cliente (browser), Admin, Fornecedor (URL de catálogo).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Processos: a aplicação web; Armazenamentos: banco e storage de anexos.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8221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Fronteiras: internet↔app, app↔banco, app↔storage, app↔fornecedor.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3525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fronteira está o maior risco, e por quê?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— a teoria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é uma taxonomia para enumerar ameaças; cada letra mapeia uma propriedade de segurança violada.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(autenticidade) · Tampering (integridade) · Repudiation (auditoria)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 (confidencialidade) · Denial of Service (disponibilidade) · Elevation of Privilege (autorização)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409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24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checklist de "tipos de coisa ruim" — para cada fluxo, você percorre as seis letras e pergunta "isto se aplica aqui?".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aplicado ao Portal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Percorrendo as letras sobre fluxos reais, as ameaças (e as mitigações) aparecem.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(Spoofing): brute force sem limite → rate limiting/MFA.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(Tampering/Info Disclosure): SQL Injection → query parametrizada.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pedido (Elevation/Info Disclosure): IDOR → checar posse.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catálogo (Info Disclosure): SSRF → allowlist de destino.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1411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(Tampering/DoS): arquivo malicioso/gigante → validar tipo e tamanho.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584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adicionem uma ameaça de Repudiation (ex.: ações sem trilha de log) e sua mitigação.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 E ARQUITETURA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modelo à mitigação (priorização)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ameaça vira um requisito/controle e um teste — priorizados por risco.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≈ Probabilidade × Impacto. Ameaças fáceis de explorar e de alto impacto vêm primeiro.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IDOR (fácil, expõe dados de pagamento) é prioridade máxima; um DoS teórico e difícil pode vir depois.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só entrega valor se virar mitigação e teste — não pare no diagrama.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de Entrada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da validação de entrada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linha de defesa contra injeção e abuso: decidir o que entra, antes de usar.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em três níveis — sintático (formato), semântico (faz sentido) e de negócio (regra do domínio).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9407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(aceitar só o conhecido-bom) é preferível a denylist (bloquear o conhecido-ruim).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0614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49758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denylist é a lista de "bandidos conhecidos" na portaria — sempre atrás do próximo disfarce; a allowlist é a lista de convidados.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Allowlist x Denylist — por que allowlist vence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o que é ruim é uma corrida perdida; aceitar só o que é bom é uma decisão estável.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CNPJ, aceitar apenas 14 dígitos com verificação dos dígitos verificadores (allowlist) é robusto; tentar "remover caracteres perigosos" (denylist) sempre esquece um caso.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787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701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sanitizar removendo ' para "evitar SQLi" — o atacante usa encoding, comentários ou outra sintaxe.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7423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26567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formato válido e rejeite todo o resto.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 Validation (Jakarta) — teoria e uso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Spring, a validação sintática na borda é declarativa: anotações nos DTOs.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como @NotBlank, @Size, @Email, @Pattern declaram o contrato; @Valid no controller dispara a verificação.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CadastroClienteForm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@NotBlank @Size(max=150) private String razaoSocial;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@Email @NotBlank private String email;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@Size(min=10) private String senha;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285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2199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os DTOs não têm nenhuma anotação — qualquer valor é aceito. O Lab 2.3 corrige isso.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customizado — @CNPJ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regra é de negócio, encapsule-a como uma anotação reutilizável.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anotação @Constraint + um ConstraintValidator transformam uma regra (CNPJ válido) em validação declarativa, reaproveitável em qualquer DTO.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@Constraint(validatedBy = CnpjValidator.class)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@interface CNPJ { /* message, groups, payload */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73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6987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validador confere os 14 dígitos e os dois dígitos verificadores — rejeitando 00.000.000/0000-00.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40283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AF0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49427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no servidor, sempre; o mesmo @CNPJ protege web e API.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Canonicalização e normalização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dado na sua forma canônica — senão o atacante escolhe a forma que engana sua validação.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validar, normalize encoding, Unicode e caminhos. Path traversal usa ../, %2e%2e e variações para escapar de diretórios.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 de arquivo ..%2f..%2fetc%2fpasswd só é perigoso porque foi validado antes de ser decodificado.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decodifique/normalize primeiro, valide depois; para arquivos, resolva o caminho e verifique se ele permanece dentro do diretório permitido.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de arquivo seguro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é um vetor clássico de RCE e DoS — trate cada arquivo como hostil.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conteúdo real (magic number), não só a extensão; imponha limite de tamanho; gere o nome no servidor; armazene fora do webroot e sem execução.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tipo decidido pelo conteúdo, nome gerado pelo servidor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tipo = detectarPorMagicNumber(bytes);      // pdf/png/jpg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 = UUID.randomUUID() + "." + tipo;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8104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87248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upload aceita qualquer extensão e usa o nome do cliente (permite ../). O Lab 2.4 corrige.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Injeção na origem — a defesa primária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reduz o risco, mas a defesa central contra injeção é separar comando de dado.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SQL, use consultas parametrizadas (PreparedStatement / binding do JPA); o dado vai separado da query e nunca é interpretado como código.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dar à secretária o texto num envelope lacrado ("isto é conteúdo") em vez de ditá-lo junto com as instruções.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construa comandos concatenando entrada do usuário — nem SQL, nem shell, nem HTML.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antes e depois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endpoint, com e sem a defesa: a diferença é onde o dado do usuário entra.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018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08276"/>
            <a:ext cx="106619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Vulnerável: termo vira parte do comando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... WHERE nome LIKE '%" + termo + "%'";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Seguro: termo é parâmetro, o curinga vai no valor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jdbc.query("SELECT ... WHERE nome LIKE ?", ps -&gt; ps.setString(1, "%"+termo+"%"), mapper);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298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 (antes): zzz' UNION SELECT id,email,senha,0,0 FROM usuario -- vaza usuários.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703320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2.2 você reproduz o ataque e depois vê o UNION deixar de funcionar após parametrizar.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injeções: OS, LDAP, XPath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raiz (misturar comando e dado) aparece fora do SQL.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Command: evite Runtime.exec com entrada do usuário; use APIs seguras e allowlist de comandos/argumentos.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061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e XPath: use escaping/binding específico do provedor — não concatene filtros com dado do usuário.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226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41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interpretador (banco, shell, diretório, parser), existe uma forma de passar dado como dado — use-a.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e Fechamento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2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você aplica o design e a validação corrigindo falhas reais do Portal.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 — Completar a matriz STRIDE com novas ameaças.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 — Corrigir o SQL Injection na busca (parametrização) + teste.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 — Bean Validation nos DTOs + validador @CNPJ.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2.4 — Upload seguro (magic number, tamanho, nome gerado).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passo a passo está no deck de laboratório (lab-aula-2) e no lab.md.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e ponte para a Aula 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vimos por que as falhas nascem no design e como a validação de entrada fecha uma classe inteira de ataques.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modelou ameaças com STRIDE e corrigiu SQLi, validação e upload.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3: autenticação e autorização — vamos explorar e corrigir de vez o IDOR e o hashing de senha.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40964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revise consultas parametrizadas e Bean Validation. A Aula 3 parte de aula-3-baseline.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2026-09-15T18:10:47Z</dcterms:created>
  <dcterms:modified xsi:type="dcterms:W3CDTF">2026-09-15T18:10:47Z</dcterms:modified>
</cp:coreProperties>
</file>