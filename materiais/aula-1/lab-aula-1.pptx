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3716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· CASE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 e Levantamento de Requisitos de Segurança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Duração: 60 min · Modalidade: individual · Ambiente: JDK 17 + Docker + IDE + Postman/navegador    ·    Ponto de partida: branch/tag aula-1-baseline do projeto portal-pedidos.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86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Ambiente de treinamento, vulnerável de propósito. Não exponha na rede.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1.1 — Subir e navegar (15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o Portal de Pedidos rodando e conhecer as telas.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Pré-requisitos: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OU JDK 17 + Maven; porta 8080 livre.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29968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82012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checkout do ponto de partida: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0165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99893"/>
            <a:ext cx="106984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git checkout aula-1-baseline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79953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 a aplicação (escolha uma opção):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88106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(H2): ./mvnw spring-boot:run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74313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(PostgreSQL): docker compose up --build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60520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&lt;http://localhost:8080&gt;.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68673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login com cada conta de teste e observe as diferenças: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776826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admin@portal.com / admin123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63033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joao@acme.com / senha123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4924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maria@globex.com / senha123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635447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Navegue por: catálogo (/produtos), busca, seus pedidos (/pedidos), detalhe de um pedido, /admin, /importar-catalogo.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1.1 — Subir e navegar (15 min)  (cont.)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acessível; você consegue logar e criar um pedido.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29968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sobe sem erro na porta 8080?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16175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consegue criar um pedido logado como joao@acme.com?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02382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percebeu que /admin abre mesmo logado como cliente comum?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1.2 — Reconhecimento manual (25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a superfície da aplicação como um atacante faria, sem explorar ainda — apenas observar e documentar. Preencha a Ficha de Reconhecimento (anexos/ficha-reconhecimento.md).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62556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Pré-requisitos: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rodando; navegador com DevTools; Postman/curl.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66644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navegue e anote todas as rotas que encontrar (páginas e API). Dica: veja os links no HTML e as chamadas na aba Network do DevTools.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17113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expostas: inspecione os headers de resposta: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25266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1018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834994"/>
            <a:ext cx="106984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curl -sI http://localhost:8080/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15054"/>
            <a:ext cx="1106424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Anote Server, headers ausentes de segurança (ex.: X-Frame-Options, Content-Security-Policy).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23206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erro: provoque um erro e observe o que é revelado: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931359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1018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041087"/>
            <a:ext cx="106984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curl -s "http://localhost:8080/pedidos/abc"   # id inválido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21147"/>
            <a:ext cx="1106424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stack trace/mensagem aparece? O que ele revela (framework, banco, classes)?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29300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gestão: teste se o Actuator e o H2 console estão abertos: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1.2 — Reconhecimento manual (25 min)  (cont.)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649224"/>
          </a:xfrm>
          <a:prstGeom prst="roundRect">
            <a:avLst>
              <a:gd name="adj" fmla="val 8451"/>
            </a:avLst>
          </a:prstGeom>
          <a:solidFill>
            <a:srgbClr val="1018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35608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curl -s -o /dev/null -w '%{http_code}\n' http://localhost:8080/actuator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curl -s http://localhost:8080/actuator/mappings | head -c 300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84832"/>
            <a:ext cx="1106424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/h2-console no navegador.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92985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e artefatos: veja o HTML/JS retornado (View Source) em busca de comentários, contas de teste, caminhos internos.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43454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obtenha um token e liste rotas da API: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51606"/>
            <a:ext cx="11064240" cy="818388"/>
          </a:xfrm>
          <a:prstGeom prst="roundRect">
            <a:avLst>
              <a:gd name="adj" fmla="val 6704"/>
            </a:avLst>
          </a:prstGeom>
          <a:solidFill>
            <a:srgbClr val="1018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361334"/>
            <a:ext cx="1069848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curl -s -X POST http://localhost:8080/api/auth/login \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-H 'Content-Type: application/json' \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-d '{"email":"joao@acme.com","senha":"senha123"}'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79722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tudo na Ficha de Reconhecimento.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87875"/>
            <a:ext cx="1106424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preenchida com ≥ 6 endpoints, ≥ 2 tecnologias/versões inferidas, ≥ 2 exposições de configuração (ex.: Actuator, H2, stack trace), e observações sobre autenticação.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24551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76595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Identificou o Actuator exposto (/actuator/env, /actuator/mappings)?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62802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Notou o stack trace/mensagem de erro detalhada retornada ao cliente?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1.2 — Reconhecimento manual (25 min)  (cont.)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Encontrou o H2 console acessível?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12087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Listou os endpoints da API (/api/auth/login, /api/pedidos)?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1.3 — Abuse cases e requisitos de segurança (20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2 funcionalidades do Portal, escrever abuse cases e derivar requisitos de segurança verificáveis usando o template de Security User Story (anexos/template-security-user-story.md).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62556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(escolha estas duas):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cliente (/registrar).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22753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comprovante (/pedidos/{id}/comprovante).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30906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82950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funcionalidade, descreva o fluxo funcional em 1–2 linhas.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91102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pelo menos 2 abuse cases por funcionalidade no formato: *"As an attacker, I want &lt;ação&gt; so that &lt;ganho&gt;."*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41571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abuse case, derive pelo menos 1 requisito de segurança verificável (ao todo, no mínimo 3 requisitos por funcionalidade), cada um com critério de aceite.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92040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a categoria OWASP e, se souber, o item ASVS relacionado.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00193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abuse cases e ≥ 3 requisitos de segurança verificáveis por funcionalidade (total ≥ 6 requisitos), preenchidos no template.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94553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46597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requisitos são verificáveis (têm critério de aceite testável)?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1.3 — Abuse cases e requisitos de segurança (20 min)  (cont.)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cadastro, apareceu algo sobre hashing de senha e/ou user enumeration?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12087"/>
            <a:ext cx="1097280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upload, apareceu allowlist de tipo, limite de tamanho e/ou nome gerado pelo servidor?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061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requisito está associado a uma categoria OWASP?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entregue (por aluno):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34033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ficha-reconhecimento.md preenchida.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1097280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template-security-user-story.md preenchido para as 2 funcionalidades. Esses artefatos serão retomados na Aula 2 (design/validação) — guarde-os.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2026-09-14T15:44:24Z</dcterms:created>
  <dcterms:modified xsi:type="dcterms:W3CDTF">2026-09-14T15:44:24Z</dcterms:modified>
</cp:coreProperties>
</file>