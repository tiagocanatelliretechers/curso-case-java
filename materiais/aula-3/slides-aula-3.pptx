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distinção authn × authz desde já — é a confusão nº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senha é MD5 sem salt — mostre a quebra offline (Aula 1 extraiu o hash via SQLi).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bcrypt inclui salt no próprio hash ($2a$10$...). Work factor ≥ 10; recalibrar com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Desmistifique "trocar senha a cada 30 dias" — NIST recomenda o contrário.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MFA é a defesa mais eficaz contra account takeover por senha vazada.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portal.jwt.secret está no application.yml e vaza no /actuator/env — ligue com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 a mensagem revela se o e-mail existe (A07). Discuta a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de ouro: valide SEMPRE assinatura, issuer e audience do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Portal precisa de RBAC (admin/user) + ReBAC (cliente é dono do pedido).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 temos os três: /pedidos/{id} (horizontal), /admin (vertical), forced browsing de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Demonstre: remover o link de /admin não impede o acesso 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do Lab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o "role no JWT" com a Aula 4 (JWT sem verificação).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fluxo de uma requisição autenticada passando pelos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baseline, /admin está como authenticated() — deveria ser hasRole('ADMIN').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de migração é o Lab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Prefira negar cedo no Service; @PostAuthorize complementa.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lab.md. Priorize 3.1→3.2→3.3.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com métricas: quantas rotas ainda faltam proteger?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4 parte de aula-4-baseline (IDOR/MD5/rate limiting já corrigidos).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para Autenticação e Autorização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 (2 intervalos de 10 min). Módulo único, mais denso — laboratório estendido (80 min). Abertura: "Vimos o IDOR no reconhecimento. Hoje vamos explorá-lo de verdade e corrigi-lo."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(50 min) — Autenticação segura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 e objetivos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(provar quem é) vs. Autorização (o que pode fazer).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hashing de senha, políticas, MFA, SSO, RBAC/ABAC, IDOR, Spring Security.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 de senha: o que NÃO fazer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claro: inaceitável.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MD5/SHA-1 puro: rápido demais → brute force/rainbow tables triviais.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 reversível: se dá para descriptografar, o atacante também consegue.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de senha adequado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Algoritmos: bcrypt, Argon2, PBKDF2 (funções lentas, com custo ajustável).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único por senha (embutido no bcrypt) + work factor (custo) calibrado.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implemente cripto própria.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senha moderna (NIST 800-63B)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&gt; complexidade forçada; permitir frases longas.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contra listas de senhas vazadas.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em vez de expiração/rotação forçada e bloqueio permanente.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exigir regras que levem a padrões previsíveis.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e step-up authentication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(algo que sabe + tem + é): TOTP, WebAuthn/passkeys, push.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Step-up: exigir 2º fator só em operações sensíveis (checkout, mudança de dados).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credenciais e segredos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 senha/chave/token no código ou repositório.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secrets manager / variáveis de ambiente / vault.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e escopo mínimo.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"esqueci minha senha" seguro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uso único, aleatório (CSPRNG), com expiração curta.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genérica (não revelar se o e-mail existe) → anti user enumeration.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Invalidar sessões após redefinição.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SSO: SAML e OIDC/OAuth2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SAML: XML, corporativo/legado. OIDC (sobre OAuth2): moderno, JSON/JWT.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= autorização/delegação; OIDC adiciona autenticação (id_token).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comuns: não validar assinatura, audience/issuer, nonce, redirect_uri.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(40 min) — Autorização e controle de acesso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autorização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(por papel), ABAC (por atributos/contexto), ReBAC (por relacionamento — "é dono de").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 RBAC simples/estável; ABAC contexto rico; ReBAC posse/compartilhamento.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Access Control na prática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IDOR: referência direta a objeto sem checar posse.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vertical (user→admin) vs horizontal (user→outro user).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browsing: acessar URLs não linkadas.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 em todas as camadas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botão no frontend não é controle.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no servidor, no ponto de acesso ao recurso.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mediation: cada acesso é verificado.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Object-level authorization (anti-IDOR)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"está autenticado?" e "tem o papel?", perguntar: "este objeto é dele?".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em APIs REST (a causa nº 1 de vazamento em APIs).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no Service (dono do recurso) e/ou @PostAuthorize.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de autorização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em campo do cliente (role no JWT sem verificar assinatura).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autorização só em algumas rotas.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Cachear decisão de acesso indevidamente.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(30 min) — Spring Security aplicado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Spring Security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filtros (SecurityFilterChain); Authentication/SecurityContext.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 (carrega usuário) + PasswordEncoder (verifica senha).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segura (form login + method security)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authorizeHttpRequests com regras explícitas; hasRole/hasAuthority.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method security: @EnableMethodSecurity.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@PreAuthorize/@PostAuthorize com SpEL.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@PreAuthorize("hasRole('ADMIN')")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@PostAuthorize("returnObject.clienteId == principal.clienteId")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PasswordEncoder e migração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 (ou DelegatingPasswordEncoder para múltiplos formatos).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MD5 → bcrypt: reidratar no próximo login bem-sucedido.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Checagem de posse de recurso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Service: if(!pedido.getClienteId().equals(clienteAtual)) throw AccessDenied.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@PostAuthorize avaliando o objeto retornado.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(80 min) — Laboratório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3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3.1: explorar o IDOR (evidência).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3.2: corrigir IDOR (Service + @PostAuthorize) + teste.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3.3: migrar MD5 → BCrypt (com rehash no login).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3.4: rate limiting no login + política de senha.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3.5: @PreAuthorize/hasRole no /admin + teste 403.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(20 min) — Debrief + Quiz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ataque IDOR contra a versão corrigida (deve dar 403).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hash bcrypt no banco após rehash.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+ ponte para a Aula 4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(quiz.md).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criptografia e sessão — inclui o JWT sem verificação e os cookies inseguros.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2026-09-14T02:31:19Z</dcterms:created>
  <dcterms:modified xsi:type="dcterms:W3CDTF">2026-09-14T02:31:19Z</dcterms:modified>
</cp:coreProperties>
</file>