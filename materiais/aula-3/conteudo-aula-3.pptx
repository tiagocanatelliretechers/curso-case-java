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57055" y="-1463040"/>
            <a:ext cx="4023360" cy="402336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-1188720" y="4389120"/>
            <a:ext cx="3474720" cy="347472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APPLICATION SECURITY ENGINEER — JAVA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74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3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10424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e Autorização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conteúdo · leitura e apresentação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vamos aprender hoje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é provar quem é; autorizar é decidir o que pode fazer. Hoje dominamos os dois — e corrigimos o IDOR e o hashing do Portal.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Armazenamento seguro de senha, políticas modernas, MFA e SSO.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2890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acesso: RBAC, IDOR e autorização por objeto.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90779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aplicado: filtros, method security, checagem de posse.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18668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Lab: explorar e corrigir o IDOR, migrar para bcrypt, limitar tentativas de login.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655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570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autenticar não é autorizar — confundir os dois é a origem de metade das falhas de acesso.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Armazenamento de senha — o que NÃO fazer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forma como você guarda a senha decide o estrago quando o banco vaza (e um dia vaza).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em texto claro é inaceitável; MD5/SHA-1 "puro" é rápido demais e quebrável com tabelas prontas; criptografia reversível é ruim — se você descriptografa, o atacante também.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27248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18688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a senha cifrada é guardar a chave do cofre ao lado do cofre.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senhas estão em MD5 sem sal — no laboratório da Aula 1 já extraímos um hash via SQLi.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Hashing de senha adequado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senha, use funções de hash lentas e salgadas, feitas para resistir a força bruta.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bcrypt, Argon2 e PBKDF2 são propositalmente lentas (work factor ajustável) e usam um sal único por senha.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PasswordEncoder enc = new BCryptPasswordEncoder(); // sal embutido, custo configurável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hash = enc.encode(senha);                   // $2a$10$...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073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6987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sal faz cada senha ser "temperada" diferente — duas senhas iguais viram hashes diferentes, anulando rainbow tables.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4028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4942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escreva sua própria criptografia; use bcrypt/Argon2 com work factor calibrado (≥ 10).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de senha moderna (NIST 800-63B)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recomendações mudaram: comprimento e verificação de vazamento valem mais que regras de complexidade.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priorize senhas longas; verifique contra listas de senhas vazadas; use rate limiting em vez de expiração forçada e bloqueio permanente.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troca a cada 30 dias e muitos símbolos — leva a padrões previsíveis (Senha@Jan2025).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permita frases longas, bloqueie senhas conhecidamente vazadas, e limite tentativas.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Autenticação multifator (MFA) e step-up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segunda prova de identidade é a defesa mais eficaz contra senha vazada.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combina algo que você sabe (senha), tem (TOTP/passkey) ou é (biometria). Step-up exige o 2º fator só em ações sensíveis.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exigir TOTP apenas no checkout ou na mudança de dados cadastrais — menos atrito, mais proteção onde importa.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porta de casa (senha) mais o cofre com segredo próprio (2º fator) para o que é valioso.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credenciais e segredos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Segredos no código são segredos vazados — é só questão de tempo.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faça hardcode de senha, chave ou token; use variáveis de ambiente e, idealmente, um secrets manager (Vault, AWS/GCP Secrets), com rotação e escopo mínimo.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segredo do JWT está no application.yml e vaza no /actuator/env — corrigimos na Aula 4.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um segredo entrou no repositório, considere-o comprometido e rotacione.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"Esqueci minha senha" seguro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fluxo de recuperação mal feito vira uma máquina de descobrir contas.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token de uso único, aleatório (CSPRNG), com expiração curta; invalide sessões após a redefinição; e responda de forma genérica.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explorar: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muda quando o e-mail existe ("enviamos o link") ou não ("e-mail não encontrado"), o atacante enumera contas válidas.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o fluxo revela se o e-mail existe (user enumeration) — a resposta deve ser sempre a mesma.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SSO — SAML e OIDC/OAuth2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a autenticação a um provedor central é comum — e cheio de armadilhas de implementação.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 (XML, corporativo/legado) e OIDC (sobre OAuth2, moderno, baseado em JWT). OAuth2 é autorização/delegação; OIDC adiciona autenticação (id_token).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FFF3E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3697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comum: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validar assinatura, issuer, audience e nonce do token — aceitando tokens forjados ou de outra aplicação.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41064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032504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de ouro: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qualquer token, valide SEMPRE assinatura, emissor e audiência.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Autorização e Controle de Acesso</a:t>
            </a:r>
            <a:endParaRPr lang="en-US" sz="3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E CONTROLE DE ACESSO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Modelos de autorização — RBAC, ABAC, ReBAC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modelo conforme a natureza das permissões do seu domínio.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98548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RBAC: por papel (admin/usuário) — simples e estável.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ABAC: por atributos/contexto (horário, valor, região) — mais flexível.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ReBAC: por relacionamento ("é dono de", "é membro de") — ideal para posse e compartilhamento.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3872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precisamos de RBAC (admin × cliente) e de ReBAC (o cliente é dono do pedido).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E CONTROLE DE ACESSO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Broken Access Control na prática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categoria nº 1 do OWASP se manifesta de três formas que você precisa reconhecer.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IDOR: referência direta a objeto sem checar posse (trocar o id na URL).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vertical: um usuário comum vira admin.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Escalada horizontal: um usuário acessa a conta de outro.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browsing: acessar URLs/rotas não linkadas na interface.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1411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30555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temos os três — /pedidos/{id} (horizontal), /admin (vertical) e endpoints acessíveis diretamente.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E CONTROLE DE ACESSO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Autorização em todas as camadas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Esconder o botão no frontend não é controle de acesso.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autorização precisa ser verificada no servidor, no ponto de acesso ao recurso — e em toda rota que importa.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855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tangível: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o link de /admin da tela não impede alguém de digitar /admin na URL.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8960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78104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defende: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negue por padrão; verifique explicitamente a permissão no servidor antes de retornar ou alterar qualquer recurso.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E CONTROLE DE ACESSO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Object-level authorization — o coração do anti-IDOR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Além de "está logado?" e "tem o papel?", falta a pergunta decisiva: "este objeto é dele?".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autorização por objeto compara o dono do recurso com o usuário autenticado. É a causa nº 1 de vazamento em APIs REST.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55264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 p = repo.findById(id).orElseThrow();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(!p.getClienteId().equals(clienteAtual)) throw new AccessDeniedException();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58768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950208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a correção do Lab 3.2 — no Service e/ou com @PostAuthorize.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E CONTROLE DE ACESSO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Erros comuns de autorização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Pequenos descuidos abrem grandes portas.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Confiar num campo controlado pelo cliente (ex.: a role dentro de um JWT não verificado).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Checar autorização só em algumas rotas, esquecendo variações (API, exportação, admin).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Cachear a decisão de acesso e reutilizá-la fora de contexto.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2935224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3026664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aplicação lê role: ADMIN de um token sem verificar a assinatura, o que impede a escalada?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Security Aplicado</a:t>
            </a:r>
            <a:endParaRPr lang="en-US" sz="3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APLICADO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Spring Security funciona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técnica: uma cadeia de filtros decide autenticação e autorização de cada requisição.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937260"/>
          </a:xfrm>
          <a:prstGeom prst="roundRect">
            <a:avLst>
              <a:gd name="adj" fmla="val 4878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requisição passa por uma SecurityFilterChain. Um UserDetailsService carrega o usuário; um PasswordEncoder verifica a senha; regras de authorizeHttpRequests decidem o acesso.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378708"/>
            <a:ext cx="11064240" cy="795528"/>
          </a:xfrm>
          <a:prstGeom prst="roundRect">
            <a:avLst>
              <a:gd name="adj" fmla="val 6897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488436"/>
            <a:ext cx="106619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http.authorizeHttpRequests(a -&gt; a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.requestMatchers("/admin/**").hasRole("ADMIN")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.anyRequest().authenticated());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265676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4357116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/admin está como "authenticated" — deveria ser hasRole('ADMIN') (Lab 3.5).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APLICADO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security — @PreAuthorize e @PostAuthorize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Autorização a nível de método, expressa com regras próximas da lógica de negócio.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@EnableMethodSecurity, você anota métodos com expressões SpEL. @PreAuthorize valida antes; @PostAuthorize avalia o objeto retornado.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@PreAuthorize("hasRole('ADMIN')")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@PostAuthorize("returnObject.clienteId == principal.clienteId")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073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6987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concentrar a regra de posse no Service (um único lugar) e usar as anotações como reforço.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APLICADO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BCrypt com migração de senhas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Trocar o algoritmo sem forçar todo mundo a redefinir a senha: reidratar no próximo login.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35000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44144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BCryptPasswordEncoder; para os hashes MD5 legados, ao logar com sucesso, regrave a senha em bcrypt.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45536"/>
            <a:ext cx="11064240" cy="621792"/>
          </a:xfrm>
          <a:prstGeom prst="roundRect">
            <a:avLst>
              <a:gd name="adj" fmla="val 8824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255264"/>
            <a:ext cx="106619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(hash.startsWith("$2")) ok = bcrypt.matches(senha, hash);      // já é bcrypt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(md5(senha).equals(hash)) { ok = true; regravarBcrypt(); } // migra no login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85876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95020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3.3 aplica exatamente essa estratégia — usuários antigos migram sozinhos.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APLICADO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limiting no login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limite de tentativas, força bruta é só questão de tempo e paciência.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209854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AF0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49808" y="218998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tentativas por IP/usuário em uma janela de tempo (ex.: 5/min); em produção, use um store distribuído (Redis) para valer entre instâncias.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2894076"/>
            <a:ext cx="11064240" cy="448056"/>
          </a:xfrm>
          <a:prstGeom prst="roundRect">
            <a:avLst>
              <a:gd name="adj" fmla="val 12245"/>
            </a:avLst>
          </a:prstGeom>
          <a:solidFill>
            <a:srgbClr val="10182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3003804"/>
            <a:ext cx="106619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6ED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(!bucket(ip).tryConsume(1)) return status(429); // muitas tentativas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433572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49808" y="3525012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Lab 3.4 adiciona rate limiting e uma política mínima de senha.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995928"/>
            <a:ext cx="11064240" cy="704088"/>
          </a:xfrm>
          <a:prstGeom prst="roundRect">
            <a:avLst>
              <a:gd name="adj" fmla="val 6494"/>
            </a:avLst>
          </a:prstGeom>
          <a:solidFill>
            <a:srgbClr val="E1F1E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4087368"/>
            <a:ext cx="10661904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catraca que trava após algumas tentativas erradas, em vez de aceitar infinitas.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114800"/>
            <a:ext cx="3840480" cy="384048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01168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e Fechamento</a:t>
            </a:r>
            <a:endParaRPr lang="en-US" sz="3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Laboratório da Aula 3 (visão geral)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Postura ofensiva primeiro (explorar), defensiva depois (corrigir com teste que prova).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3.1 — Explorar o IDOR (web e API) e documentar a evidência.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3.2 — Corrigir o IDOR (posse no Service + @PostAuthorize) + teste 403.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56332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3.3 — Migrar MD5 → bcrypt com rehash no login.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935224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3.4 — Rate limiting no login + política de senha.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214116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3.5 — Proteger /admin com hasRole('ADMIN') + teste.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3493008"/>
            <a:ext cx="11064240" cy="470916"/>
          </a:xfrm>
          <a:prstGeom prst="roundRect">
            <a:avLst>
              <a:gd name="adj" fmla="val 9709"/>
            </a:avLst>
          </a:prstGeom>
          <a:solidFill>
            <a:srgbClr val="E1F1E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9808" y="3584448"/>
            <a:ext cx="10661904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B6A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Portal: </a:t>
            </a:r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guia detalhado está no deck de laboratório (lab-aula-3) e no lab.md.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67567" y="384048"/>
            <a:ext cx="530352" cy="530352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1167567" y="38404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E FECHAMENTO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04543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Fechamento e ponte para a Aula 4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CASE Java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719072"/>
            <a:ext cx="1106424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5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separamos com clareza autenticação de autorização e fechamos o IDOR e o hashing.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98548"/>
            <a:ext cx="109728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explorou o IDOR, corrigiu com checagem de posse e migrou senhas para bcrypt.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377440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2000"/>
              </a:lnSpc>
              <a:buSzPct val="100000"/>
              <a:buChar char="•"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Aula 4: criptografia e sessão — o "Base64 que não protege" e o JWT que ninguém verifica.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89504"/>
            <a:ext cx="110642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2B30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Tarefa: revise bcrypt e object-level authorization. A Aula 4 parte de aula-4-baseline.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2026-09-15T18:10:47Z</dcterms:created>
  <dcterms:modified xsi:type="dcterms:W3CDTF">2026-09-15T18:10:47Z</dcterms:modified>
</cp:coreProperties>
</file>