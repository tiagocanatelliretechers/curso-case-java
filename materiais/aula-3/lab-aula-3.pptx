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8495" y="-1371600"/>
            <a:ext cx="3840480" cy="384048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4480560"/>
            <a:ext cx="3291840" cy="3291840"/>
          </a:xfrm>
          <a:prstGeom prst="ellipse">
            <a:avLst/>
          </a:prstGeom>
          <a:solidFill>
            <a:srgbClr val="028090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· CASE JAVA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3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Autenticação e Autorização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4805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Duração: 80 min · Ponto de partida: aula-3-baseline (SQLi/validação/upload já corrigidos na Aula 2).    ·    Ambiente: JDK 17 + IDE + Postman/navegador.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3.1 — Explorar o IDOR (10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comprovar e documentar o IDOR antes de corrigir (postura ofensiva).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7792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29968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login como joao@acme.com / senha123 (cliente ACME, id 1).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38121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Acesse seus pedidos em /pedidos e anote os ids que aparecem.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4627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URL, troque o id para um pedido que não é seu (ex.: /pedidos/2, da Globex).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54426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 que você vê o pedido de outro cliente. Capture evidência (print/URL).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62579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Repita na API: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570732"/>
            <a:ext cx="11064240" cy="818388"/>
          </a:xfrm>
          <a:prstGeom prst="roundRect">
            <a:avLst>
              <a:gd name="adj" fmla="val 6704"/>
            </a:avLst>
          </a:prstGeom>
          <a:solidFill>
            <a:srgbClr val="1018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680460"/>
            <a:ext cx="10698480" cy="598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TOKEN=$(curl -s -X POST http://localhost:8080/api/auth/login -H 'Content-Type: application/json'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-d '{"email":"joao@acme.com","senha":"senha123"}' | jq -r .token)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E6ED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curl -s http://localhost:8080/api/pedidos/2 -H "Authorization: Bearer $TOKEN"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98848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indevido comprovado na web e na API.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50892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02936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aluno documentou a evidência do acesso ao pedido alheio (web e API)?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3.2 — Corrigir o IDOR (25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impedir acesso a pedidos de outros clientes, com teste que prova.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7792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29968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Adicione a checagem de posse no PedidoService (o pedido pertence ao cliente autenticado?). Lance AccessDeniedException quando não pertencer.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80437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Habilite method security (@EnableMethodSecurity) e/ou use @PostAuthorize no método que retorna o pedido.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30906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os controllers (web e API) para obter o cliente autenticado e delegar a checagem ao Service.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68137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testes: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98952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acessa o próprio pedido → 200;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275734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acessa pedido de outro → 403.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561942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Repita o ataque do Lab 3.1 → deve retornar 403.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7009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eliminado na web e na API; testes passam.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22138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574182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checagem de posse está no Service (não só no template)?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60390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/pedidos/2 como João retorna 403?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4659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/api/pedidos/2 como João retorna 403?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3.2 — Corrigir o IDOR (25 min)  (cont.)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teste automatizado para os dois casos?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3.3 — Migrar MD5 → BCrypt (20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substituir o hashing inseguro e migrar senhas existentes sem quebrar o login.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7792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29968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Troque o PasswordEncoder para BCryptPasswordEncoder (bean no SecurityConfig).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38121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de migração (rehash on login):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46274"/>
            <a:ext cx="10972800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autenticador, se a senha armazenada for MD5 (formato antigo) e a senha digitada conferir por MD5, regrave o hash em bcrypt e prossiga o login.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7479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Alternativa: DelegatingPasswordEncoder com prefixo {bcrypt}/{MD5}.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461004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Cadastre um novo usuário e confirme que o hash gravado é bcrypt ($2...).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769157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Faça login com um usuário antigo (MD5) e confirme que o hash migra para bcrypt.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07731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hashes em bcrypt; usuários antigos migram no login.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2935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781398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cadastro grava bcrypt?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067605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antigo continua logando e tem o hash migrado?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353812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senha em texto claro/MD5 permanece após o primeiro login?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3.4 — Rate limiting no login + política de senha (15 min)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dificultar brute force e senhas fracas.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7792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29968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 rate limiting no login (ex.: bucket4j, ou contador por IP/usuário em memória/Redis): após N tentativas falhas em janela T, bloquear temporariamente.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80437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 política mínima de senha no cadastro (tamanho mínimo; opcional: checagem de senha vazada).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30906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N+1 tentativas erradas → bloqueio temporário; senha curta → rejeitada.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39058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 force é freado; senhas fracas são recusadas.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91102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143146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exceder o limite, novas tentativas são bloqueadas (429/erro)?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29354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 abaixo do mínimo é rejeitada?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3.5 — Proteger /admin (10 min, opcional se sobrar tempo)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ROLE_ADMIN no painel administrativo.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7792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a passo: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29968"/>
            <a:ext cx="1097280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o SecurityConfig (/admin/ → hasRole('ADMIN')) e/ou @PreAuthorize("hasRole('ADMIN')") no controller.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80437"/>
            <a:ext cx="10972800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Escreva um teste com usuário comum → 403; com admin → 200.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888590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esperado: </a:t>
            </a:r>
            <a:pPr indent="0" marL="0">
              <a:buNone/>
            </a:pPr>
            <a:r>
              <a:rPr lang="en-US" sz="14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comum recebe 403 em /admin; admin acessa.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40634"/>
            <a:ext cx="110642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(instrutor):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592678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joao@acme.com recebe 403 em /admin?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878885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admin@portal.com acessa normalmente?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165092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 </a:t>
            </a:r>
            <a:pPr indent="0" marL="0">
              <a:buNone/>
            </a:pPr>
            <a:r>
              <a:rPr lang="en-US" sz="135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teste automatizado?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67567" y="457200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1167567" y="457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"/>
            <a:ext cx="104543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CASE Java · Laboratório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corrigido (3.2–3.5) + testes (IDOR e admin).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612087"/>
            <a:ext cx="10972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B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do IDOR (Lab 3.1) antes da correção.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2026-09-14T15:44:25Z</dcterms:created>
  <dcterms:modified xsi:type="dcterms:W3CDTF">2026-09-14T15:44:25Z</dcterms:modified>
</cp:coreProperties>
</file>