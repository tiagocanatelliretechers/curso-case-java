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Portal, Actuator e H2 console estão abertos — Lab 6.1.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Ligue com o Dockerfile do baseline (secret em ENV) — Lab 6.3.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Portal, commons-text 1.9 tem CVE — Lab 6.2.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 complementa SAST/DAST (Aula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6.4 monta um pipeline com 3 gates.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um Dockerfile inseguro vs. hardened.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Automatize (Dependabot/renovate) + triagem.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Ligue com logging seguro da Aula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Distribua o checklist (anexos/checklist-code-review.md).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Cultura &gt; ferramenta; ferramenta habilita a cultura.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Métricas mostram tendência e priorizam investimento.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Distribua lab.md. Priorize 6.1 e 6.2 se o tempo apertar.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 mapa como âncora visual do curso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Individual ou em duplas; 25–30 min; discuta as soluções.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Corrija ao vivo; revise os pontos fracos da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Agradeça, colete feedback, aponte trilha de estudo (OWASP, ASVS, cheat sheets).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10271455" y="3566160"/>
            <a:ext cx="2743200" cy="27432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APPLICATION SECURITY ENGINEER — JAVA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371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6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Deployment &amp; Maintenance + Revisão Geral e Simulado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0292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min (2 intervalos de 10 min). Última aula: fecha o SDLC e integra tudo.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1 (50 min) — Secure Deployment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Endurecer (hardening) o deploy e a configuração.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Gerenciar segredos e dependências no pipeline.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CI/CD com gates de segurança.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Misconfiguration na prática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entre dev/staging/prod (nunca subir config de dev em prod).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do servidor de aplicação: desabilitar o que não usa.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banners/versões; endpoints de management (Actuator) protegidos ou desabilitados em prod.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de segredos em deploy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de ambiente &gt; arquivo no repo; melhor ainda: secrets manager (Vault, AWS/GCP Secrets).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12-factor app: </a:t>
            </a:r>
            <a:pPr algn="l" indent="0" marL="0">
              <a:buNone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no ambiente, não no código.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colocar segredo em imagem Docker (fica nas layers).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&amp; Data Integrity Failures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Assinar e verificar artefatos; SBOM (Software Bill of Materials).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confusion; fixar versões e repositórios confiáveis.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&amp; Outdated Components (A06): dependências desatualizadas com CVE.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Verificação de dependências (SCA)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Dependency-Check, Snyk, GitHub Dependabot.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no build; falhar em CVSS alto; gerar relatório/SBOM.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em CI/CD (shift-left prático)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Gates: SAST no PR, SCA no build, DAST em staging antes do deploy.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Falhar o build quando encontrar crítico; não permitir merge sem passar.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IaC e segurança de containers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hardening: usuário não-root, imagem mínima, multi-stage, sem segredos em layer.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de imagem: Trivy/Grype. ---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2 (40 min) — Secure Maintenance &amp; Code Review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 management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 desatualizadas = causa comum de incidente.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contínuo de CVEs; processo de atualização priorizado por risco.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Monitoramento e resposta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WAF, logging centralizado, alertas de anomalia.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 (Runtime Application Self-Protection) — menção conceitual.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resposta a incidente e runbooks.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review de segurança (manual)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do revisor: authn, authz (posse!), input validation, dados sensíveis, dependências novas, tratamento de erro/log.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o diff, não só o arquivo; questionar dados que cruzam trust boundaries.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no SDLC/Agile/CI-CD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SAST/SCA como gate obrigatório em Pull Requests.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Champions dentro dos squads: elo entre dev e AppSec.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revisitado a cada mudança relevante de arquitetura.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 um programa de AppSec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de vulnerabilidade (tempo médio de correção).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findings corrigidos vs. aceitos como risco.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scans por repositório; densidade de findings por KLOC. ---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☕  INTERVALO (10 min)</a:t>
            </a:r>
            <a:endParaRPr lang="en-US" sz="3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3 (70 min) — Laboratório final (pipeline de deploy seguro)</a:t>
            </a:r>
            <a:endParaRPr lang="en-US" sz="3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Laboratório final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6.1: proteger/desabilitar Actuator (e H2 console) em prod.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6.2: Dependency-Check → achar e atualizar a dependência vulnerável.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6.3: hardening do Dockerfile (multi-stage, não-root, sem segredo) + Trivy.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6.4: pipeline CI (GitHub Actions/GitLab CI) com 3 gates (build+test, SAST, SCA) que falha em crítico. ---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☕  INTERVALO (10 min)</a:t>
            </a:r>
            <a:endParaRPr lang="en-US" sz="3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4 (50 min) — Revisão integrada + CTF</a:t>
            </a:r>
            <a:endParaRPr 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 integrada das 6 aulas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Percorrer o mapa-rastreabilidade.md: módulo × aula × lab × OWASP.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corrigido na aplicação, aula a aula.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the Flag (curto)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"flags" sobre a versão final da app, cada uma remetendo a um módulo diferente.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anexos/ctf.md (enunciado do aluno) e gabarito no gabarito.md. ---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5 (20 min) — Simulado final + encerramento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Simulado de certificação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questões cobrindo os 10 módulos (ver ../simulado-final.md).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Cronometrado se possível.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Encerramento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requisito ao deploy: segurança em todo o SDLC.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passos: ASVS como padrão, Security Champions, automação de gates.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2026-09-14T02:31:20Z</dcterms:created>
  <dcterms:modified xsi:type="dcterms:W3CDTF">2026-09-14T02:31:20Z</dcterms:modified>
</cp:coreProperties>
</file>