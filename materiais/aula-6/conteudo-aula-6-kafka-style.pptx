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22B39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1554480" cy="1371600"/>
          </a:xfrm>
          <a:prstGeom prst="roundRect">
            <a:avLst>
              <a:gd name="adj" fmla="val 13333"/>
            </a:avLst>
          </a:prstGeom>
          <a:solidFill>
            <a:srgbClr val="1B2430"/>
          </a:solidFill>
          <a:ln w="25400">
            <a:solidFill>
              <a:srgbClr val="5AA1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1371600" y="3246120"/>
            <a:ext cx="1554480" cy="822960"/>
          </a:xfrm>
          <a:prstGeom prst="triangle">
            <a:avLst/>
          </a:prstGeom>
          <a:solidFill>
            <a:srgbClr val="1B2430"/>
          </a:solidFill>
          <a:ln w="25400">
            <a:solidFill>
              <a:srgbClr val="5AA1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2148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🔒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011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4688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06: Deploy Seguro e Manutenção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4805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a segurança até a produção — e mantê-la viva. Fechamento do curso.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da Aula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x prod, hardening, Actuator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e Integridade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12-factor, SBOM, dependency confusion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e CI/CD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e gates de segurança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hardening + scan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4340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Segura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Patch, monitoramento, code review, métricas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4672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+ Lab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Revisão, CTF e simulado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desta aula, você será capaz de: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Endurecer o deploy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de produção segura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Actuator/console protegidos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fora da imagem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 cadeia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de dependências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e integridade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de segurança no CI/CD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4788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Sustentar a segurança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 monitoramento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de segurança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 Security Champions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Corrigimos requisitos, design, código e testes. Falta levar tudo com segurança até a produção — e mantê-lo.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1-5: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requisitos, design, código seguro e testes.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seguro, dependências, containers e manutenção.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Actuator, Dependency-Check, Dockerfile e pipeline.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1655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app mais segura em dev pode ser insegura em produção — o deploy também é código.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aplicação, mal configurada, vira um alvo fácil.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na prática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insegura: defaults perigosos, endpoints abertos, erros verbosos.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Diferencie ambientes (dev/staging/prod) — nunca leve config de dev para prod.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do servidor: desabilite o que não usa.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Proteja/desabilite endpoints de gestão (Actuator) e remova banners/versões.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e H2 console estão abertos; o Lab 6.1 os restringe.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x Produção — não misture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0"/>
          </a:xfrm>
          <a:prstGeom prst="line">
            <a:avLst/>
          </a:prstGeom>
          <a:noFill/>
          <a:ln w="15875">
            <a:solidFill>
              <a:srgbClr val="5AA17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4480560"/>
            <a:ext cx="5394960" cy="0"/>
          </a:xfrm>
          <a:prstGeom prst="line">
            <a:avLst/>
          </a:prstGeom>
          <a:noFill/>
          <a:ln w="15875">
            <a:solidFill>
              <a:srgbClr val="5AA17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0" cy="2743200"/>
          </a:xfrm>
          <a:prstGeom prst="line">
            <a:avLst/>
          </a:prstGeom>
          <a:noFill/>
          <a:ln w="15875">
            <a:solidFill>
              <a:srgbClr val="5AA17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943600" y="1737360"/>
            <a:ext cx="0" cy="2743200"/>
          </a:xfrm>
          <a:prstGeom prst="line">
            <a:avLst/>
          </a:prstGeom>
          <a:noFill/>
          <a:ln w="15875">
            <a:solidFill>
              <a:srgbClr val="5AA17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858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2860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console, Actuator aberto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108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ligado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5394960" cy="0"/>
          </a:xfrm>
          <a:prstGeom prst="line">
            <a:avLst/>
          </a:prstGeom>
          <a:noFill/>
          <a:ln w="15875">
            <a:solidFill>
              <a:srgbClr val="F5B30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217920" y="4480560"/>
            <a:ext cx="5394960" cy="0"/>
          </a:xfrm>
          <a:prstGeom prst="line">
            <a:avLst/>
          </a:prstGeom>
          <a:noFill/>
          <a:ln w="15875">
            <a:solidFill>
              <a:srgbClr val="F5B30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217920" y="1737360"/>
            <a:ext cx="0" cy="2743200"/>
          </a:xfrm>
          <a:prstGeom prst="line">
            <a:avLst/>
          </a:prstGeom>
          <a:noFill/>
          <a:ln w="15875">
            <a:solidFill>
              <a:srgbClr val="F5B30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1612880" y="1737360"/>
            <a:ext cx="0" cy="2743200"/>
          </a:xfrm>
          <a:prstGeom prst="line">
            <a:avLst/>
          </a:prstGeom>
          <a:noFill/>
          <a:ln w="15875">
            <a:solidFill>
              <a:srgbClr val="F5B301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3550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28600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F3C98B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9400" y="22860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Actuator: só health/info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310896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F3C98B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108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genéricos, sem console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1106424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73659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reaproveitar o application.yml de dev em produção — herdando todas as brechas.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e console em produção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de gestão expõem segredos e configuração se ficarem abertos.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management.endpoints.web.exposure.include: health,info (mínimo).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Proteja o resto com autenticação (hasRole ADMIN).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Desabilite o H2 console em produção.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explorar (antes):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/actuator/env revela segredos; o Lab 6.1 fecha isso.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e Integridade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 em imagem é segredo vazado; confie, mas verifique.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segredos em deploy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12-factor: configuração (incl. segredos) no ambiente, não no código.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secrets manager (Vault, AWS/GCP Secrets).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coloque segredo em ENV do Dockerfile — fica nas layers.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Rotacione e dê escopo mínimo.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segredo no Dockerfile vaza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86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DB_PASSWORD=...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Dockerfile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2697480"/>
            <a:ext cx="64008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7" name="Shape 5"/>
          <p:cNvSpPr/>
          <p:nvPr/>
        </p:nvSpPr>
        <p:spPr>
          <a:xfrm>
            <a:off x="5120640" y="228600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66360" y="2286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gravado nas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da imagem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03920" y="2697480"/>
            <a:ext cx="64008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10" name="Shape 8"/>
          <p:cNvSpPr/>
          <p:nvPr/>
        </p:nvSpPr>
        <p:spPr>
          <a:xfrm>
            <a:off x="9235440" y="228600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81160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history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lê o segredo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2219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Dockerfile baseline embute PORTAL_JWT_SECRET; o Lab 6.3 passa segredos em runtime.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Data Integrity Failures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o que você executa é exatamente o que deveria — sem adulteração no caminho.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Assine e verifique artefatos; gere um SBOM (inventário de componentes).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Proteja-se contra dependency confusion (pacote falso com nome parecido).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 versões e checksums.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o lacre da encomenda antes de usar o conteúdo.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e CI/CD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é responsável também pelo código que não escreveu.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dependências (SCA)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cruzam suas dependências com bases de CVE e falham o build em risco alto.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Dependency-Check, Snyk, GitHub Dependabot.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 no build e geram relatório/SBOM.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Automatize atualizações e faça triagem.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uma fechadura cujo defeito saiu no jornal — o SCA avisa antes.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no build — Text4Shell no Portal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108960" cy="1005840"/>
          </a:xfrm>
          <a:prstGeom prst="roundRect">
            <a:avLst>
              <a:gd name="adj" fmla="val 5455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commons-text 1.9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pom.xml)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0" y="2697480"/>
            <a:ext cx="54864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7" name="Shape 5"/>
          <p:cNvSpPr/>
          <p:nvPr/>
        </p:nvSpPr>
        <p:spPr>
          <a:xfrm>
            <a:off x="4480560" y="228600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286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Dependency-Check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com o NVD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2697480"/>
            <a:ext cx="54864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228600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2286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CVE-2022-42889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FALHA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141B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67588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./mvnw -Psecurity verify        # Dependency-Check (falha em CVSS alto)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5537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Lab 6.2 detecta o Text4Shell e atualiza a dependência. (Requer NVD API key.)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de segurança no CI/CD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/ PR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96896" y="2743200"/>
            <a:ext cx="18288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7" name="Shape 5"/>
          <p:cNvSpPr/>
          <p:nvPr/>
        </p:nvSpPr>
        <p:spPr>
          <a:xfrm>
            <a:off x="2816352" y="237744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73168" y="2743200"/>
            <a:ext cx="18288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0" name="Shape 8"/>
          <p:cNvSpPr/>
          <p:nvPr/>
        </p:nvSpPr>
        <p:spPr>
          <a:xfrm>
            <a:off x="4992624" y="237744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38344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build)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2743200"/>
            <a:ext cx="18288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3" name="Shape 11"/>
          <p:cNvSpPr/>
          <p:nvPr/>
        </p:nvSpPr>
        <p:spPr>
          <a:xfrm>
            <a:off x="7168896" y="237744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14616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(staging)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25712" y="2743200"/>
            <a:ext cx="18288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6" name="Shape 14"/>
          <p:cNvSpPr/>
          <p:nvPr/>
        </p:nvSpPr>
        <p:spPr>
          <a:xfrm>
            <a:off x="9345168" y="237744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F3C98B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90888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11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Achou crítico? → build falha, merge bloqueado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27939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na prática: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falha é barrada antes de chegar à produção. O Lab 6.4 monta build+test, SAST e SCA.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Containers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container é a unidade de deploy — e uma superfície de ataque.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— antes x depois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Baseline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stage 'fat' (Maven + fontes)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como root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 em ENV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grande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Hardened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(build → runtime)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não-root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segredo em layer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mínima (JRE)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hardened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2103120"/>
          </a:xfrm>
          <a:prstGeom prst="roundRect">
            <a:avLst>
              <a:gd name="adj" fmla="val 2174"/>
            </a:avLst>
          </a:prstGeom>
          <a:solidFill>
            <a:srgbClr val="141B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105156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eclipse-temurin:17-jdk AS build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./mvnw package ...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eclipse-temurin:17-jre           # imagem mínima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useradd -r -u 1001 app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 /src/target/app.jar app.jar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app                               # não-root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 ["java","-jar","app.jar"]  # segredos vêm em runtime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9377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0109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Lab 6.3 aplica isto e escaneia a imagem com Trivy.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 imagem (Trivy)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seu código, a imagem base e suas libs também têm CVEs.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Trivy/Grype escaneiam a imagem em busca de vulnerabilidades conhecidas.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history verifica se não há segredo embutido.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no pipeline, antes de publicar a imagem.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+ trivy image portal-pedidos:hardened no Lab 6.3.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Segura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seguro hoje é software inseguro amanhã, se não for mantido.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desatualizadas são uma das causas mais comuns de incidente.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 CVEs continuamente e priorize atualizações por risco.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Automatize com Dependabot/Renovate + triagem.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 atualização de segurança como parte do trabalho.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 resposta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defende o que não enxerga — nem responde ao que não detecta.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+ logging centralizado + alertas de anomalia.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resposta a incidente com runbooks.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 (Runtime Application Self-Protection) como camada adicional.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os logs de segurança da Aula 5, o monitoramento fica cego.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de segurança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revisão humana pega o que a ferramenta não vê — intenção e contexto.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o DIFF (não só o arquivo) com um checklist.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Autenticação, autorização (posse!), validação, dados sensíveis, dependências novas, erro/log.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 que adiciona GET /pedidos/{id} deve levantar: 'cadê a checagem de posse?'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708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de revisão está nos anexos da Aula 6.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Cultura: Security Champions &amp; métricas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Champions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de segurança dentro do squad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 práticas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 ponte com o time de AppSec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SAST/SCA como gate obrigatório no PR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AppSec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de vulnerabilidade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corrigido vs. aceito como risco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scans por repo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 de findings por KLOC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do Curso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6 aulas, percorremos o Secure SDLC inteiro sobre a mesma aplicação.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— do requisito ao deploy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5603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03704" y="292608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7" name="Shape 5"/>
          <p:cNvSpPr/>
          <p:nvPr/>
        </p:nvSpPr>
        <p:spPr>
          <a:xfrm>
            <a:off x="2432304" y="2560320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78024" y="25603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Design+Valid.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87368" y="292608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0" name="Shape 8"/>
          <p:cNvSpPr/>
          <p:nvPr/>
        </p:nvSpPr>
        <p:spPr>
          <a:xfrm>
            <a:off x="4315968" y="2560320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61688" y="25603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AuthN/Z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71032" y="292608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9632" y="2560320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5352" y="25603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Cripto+Sessão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54696" y="292608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6" name="Shape 14"/>
          <p:cNvSpPr/>
          <p:nvPr/>
        </p:nvSpPr>
        <p:spPr>
          <a:xfrm>
            <a:off x="8083296" y="2560320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29016" y="25603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Erros+Testes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38360" y="292608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6960" y="2560320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F3C98B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12680" y="25603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1106424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18795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saiu de vulnerável (baseline) para endurecida (hardened), com testes que provam as correções.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Flag (visão geral)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desafio curto para integrar tudo: cada 'flag' remete a um módulo diferente.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Reproduzir (ou provar que não é mais possível) falhas na versão final.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IDOR, segredo mal protegido, SQLi, dependência vulnerável, log injection.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flag com evidência e o módulo/OWASP associado.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enunciado está nos anexos da Aula 6 (ctf.md).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 de certificação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avaliativo no estilo do exame, cobrindo os 10 módulos.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questões de múltipla escolha, proporcionais aos módulos.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comentado; cronometrado quando possível.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correção ao vivo revisa os pontos fracos da turma.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simulado está em materiais/simulado-final.md.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do laboratório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6.1 — Actuator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Restringir endpoints de gestão em produção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6.2 — Dependency-Check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e atualizar o Text4Shell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41985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6.3 — Dockerfile + Trivy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82219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Multi-stage, não-root, sem segredo + scan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918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341985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6.4 — Pipeline CI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382219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build+test, SAST e SCA como gates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109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a passo está no lab-aula-6 e no lab.md.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 a Aula 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5681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37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de prod ≠ dev; feche Actuator/console.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195681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7395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37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no ambiente, nunca na imagem.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00837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788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no build barra dependências com CVE.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788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300837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73952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788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multi-stage, não-root, imagem mínima.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05993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8404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de CI/CD bloqueiam o crítico antes do deploy.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8404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405993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3952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8404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Manutenção: patch, monitoramento e cultura.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PARABÉNS!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requisito ao deploy — segurança em todo o ciclo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agora encontra, explica e corrige vulnerabilidades reais em aplicações Java. Próximos passos: adotar o ASVS, instituir Security Champions e gates de SAST/SCA, e seguir estudando (OWASP Top 10, ASVS, cheat sheets).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2026-09-19T19:34:27Z</dcterms:created>
  <dcterms:modified xsi:type="dcterms:W3CDTF">2026-09-19T19:34:27Z</dcterms:modified>
</cp:coreProperties>
</file>