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6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e Manutenção Seguros + Fechamento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Seguro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aula: levamos a segurança até a produção e amarramos o ciclo inteiro.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configuração, gestão de segredos e integridade de artefatos.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vulneráveis, segurança de containers e gates de CI/CD.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Manutenção: patch, monitoramento, revisão de código e métricas.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final + Capture the Flag + simulado de certificação.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mais segura do mundo em dev pode ser insegura em produção — o deploy também é código.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Misconfiguration na prática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aplicação, mal configurada, vira um alvo fácil.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ambientes (dev/staging/prod); nunca leve config de dev para produção; faça hardening do servidor de aplicação; proteja ou desabilite endpoints de gestão (Actuator) em produção; remova banners e versões expostas.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management.endpoints.web.exposure.include: health,info  # em prod, mínimo necessário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5818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Actuator e o H2 console estão abertos; o Lab 6.1 os restringe.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segredos em deploy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em imagem ou em arquivo versionado é segredo vazado.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o 12-factor — configuração (incl. segredos) no ambiente, não no código; prefira secrets manager (Vault, AWS/GCP Secrets); nunca coloque segredo em ENV do Dockerfile (fica nas layers).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DB_PASSWORD=... no Dockerfile — qualquer um com a imagem lê com docker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segredos vêm do ambiente em runtime; o Dockerfile hardened não os embute (Lab 6.3).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 Data Integrity Failures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 que você executa é exatamente o que deveria — sem adulteração no caminho.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e verifique artefatos; gere um SBOM (inventário de componentes); proteja-se contra dependency confusion; trave versões e checksums.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o lacre da encomenda antes de usar o conteúdo.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0789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9933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endereçamos com verificação de dependências e gates de pipeline (Labs 6.2 e 6.4).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de dependências (SCA)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responsável também pelo código que não escreveu — o de terceiros.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SCA (OWASP Dependency-Check, Snyk, GitHub Dependabot) rodam no build, cruzam suas dependências com bases de CVE e falham o build em risco alto.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./mvnw -Psecurity verify   # Dependency-Check: falha em CVSS alto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3572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25012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commons-text 1.9 (CVE-2022-42889, "Text4Shell"); o Lab 6.2 detecta e atualiza.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em CI/CD (shift-left na prática)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é onde a segurança deixa de ser intenção e vira gate obrigatório.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gates — SAST no PR, SCA no build, DAST em staging antes do deploy; o build falha diante de um achado crítico e o merge é bloqueado sem os checks verdes.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reintroduzir uma dependência vulnerável faz o job de SCA falhar — a falha é barrada antes de chegar à produção.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6.4 monta um pipeline com build+test, SAST e SCA.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SEGURO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de containers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é a unidade de deploy — e também uma superfície de ataque.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Dockerfile, use build multi-stage, imagem mínima, usuário não-root e nenhum segredo em layer; escaneie a imagem (Trivy/Grype).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eclipse-temurin:17-jre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-r -u 1001 app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                      # não-root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8104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87248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 roda como root com segredo embutido; o Lab 6.3 endurece e escaneia a imagem.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Segura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 management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seguro hoje é software inseguro amanhã, se não for mantido.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desatualizadas são uma das causas mais comuns de incidente; monitore CVEs continuamente e priorize atualizações por risco.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com Dependabot/Renovate e faça triagem — atualizar cegamente também tem custo.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atualização de segurança como parte do trabalho, não como interrupção dele.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e resposta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defende o que não enxerga — e não responde ao que não detecta.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WAF, logging centralizado e alertas de comportamento anômalo; tenha um plano de resposta a incidente com runbooks. RASP (Runtime Application Self-Protection) é uma camada adicional, embutida na aplicação.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72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A09: sem os logs de segurança da Aula 5, o monitoramento fica cego.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06140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497580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e alarme só servem se alguém olha os alertas e sabe o que fazer.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de segurança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pega o que a ferramenta não vê — intenção e contexto.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diff (não só o arquivo) com um checklist: autenticação, autorização (posse!), validação de entrada, dados sensíveis, dependências novas, tratamento de erro/log.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 que adiciona GET /pedidos/{id} deve levantar imediatamente a pergunta "cadê a checagem de posse?".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142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checklist de revisão está nos anexos da Aula 6.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Champions e o SDLC ágil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escala por cultura, não por um gargalo central.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Security Champion é o elo de segurança dentro do squad — dissemina práticas, revisa com olhar de segurança e faz a ponte com o time de AppSec. SAST/SCA viram gate obrigatório no PR.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habilita, cultura sustenta — sem Champions, os gates viram obstáculo ignorado.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SEGURA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um programa de AppSec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medido não melhora — e não recebe investimento.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MTTR de vulnerabilidade (tempo médio de correção), % de findings corrigidos vs. aceitos como risco, cobertura de scans por repositório e densidade de findings por KLOC.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MTTR caindo mês a mês mostra que o processo (não só o esforço pontual) está funcionando.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do Curso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CURSO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Recapitulação integrada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 aulas, você percorreu o Secure SDLC inteiro sobre a mesma aplicação.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ameaças (Aula 1) → design e validação (Aula 2).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Autenticação/autorização (Aula 3) → criptografia e sessão (Aula 4).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 testes (Aula 5) → deploy e manutenção (Aula 6).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saiu de vulnerável (baseline) para endurecida (hardened), com testes que provam as correções.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CURSO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Flag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desafio curto para integrar tudo: cada "flag" remete a um módulo diferente.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vai reproduzir (ou provar que não é mais possível) falhas na versão final — IDOR, segredo mal protegido, SQLi, dependência vulnerável, log injection.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ou em duplas, cada flag com evidência e o módulo/OWASP associado.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4787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está nos anexos da Aula 6 (ctf.md).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CURSO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Simulado de certificação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avaliativo no estilo do exame, cobrindo os 10 módulos do curso.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questões de múltipla escolha, proporcionais aos módulos, com gabarito comentado.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cronometrado quando possível; a correção ao vivo revisa os pontos fracos da turma.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simulado está em materiais/simulado-final.md.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DO CURSO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 e próximos passos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termina aqui — vira parte de como você desenvolve.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Adote o ASVS como padrão de verificação nos seus projetos.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Institua Security Champions e gates de SAST/SCA no CI/CD.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estudando: OWASP Top 10, ASVS e as cheat sheets da OWASP.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requisito ao deploy, segurança é responsabilidade de quem constrói — e agora você tem as ferramentas.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2026-09-15T18:10:48Z</dcterms:created>
  <dcterms:modified xsi:type="dcterms:W3CDTF">2026-09-15T18:10:48Z</dcterms:modified>
</cp:coreProperties>
</file>