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8495" y="-1371600"/>
            <a:ext cx="3840480" cy="384048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4480560"/>
            <a:ext cx="3291840" cy="3291840"/>
          </a:xfrm>
          <a:prstGeom prst="ellipse">
            <a:avLst/>
          </a:prstGeom>
          <a:solidFill>
            <a:srgbClr val="028090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 · CASE JAVA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6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Seguro Ponta a Ponta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4805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aula-6-baseline (app já corrigida nas Aulas 2–5, mas com: Actuator/H2    ·    Ambiente: JDK 17 + Docker + conta GitHub/GitLab (para o Lab 6.4, pode ser simulado localmente).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6.1 — Proteger o Actuator (e H2 console) em produção (15 min)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0 — Reproduza: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1677924"/>
            <a:ext cx="11064240" cy="480060"/>
          </a:xfrm>
          <a:prstGeom prst="roundRect">
            <a:avLst>
              <a:gd name="adj" fmla="val 11429"/>
            </a:avLst>
          </a:prstGeom>
          <a:solidFill>
            <a:srgbClr val="1018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87652"/>
            <a:ext cx="106984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-o /dev/null -w '%{http_code}\n' http://localhost:8080/actuator/env   # 200 = exposto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67712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19756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Restrinja os endpoints do Actuator em produção: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927909"/>
            <a:ext cx="11064240" cy="818388"/>
          </a:xfrm>
          <a:prstGeom prst="roundRect">
            <a:avLst>
              <a:gd name="adj" fmla="val 6704"/>
            </a:avLst>
          </a:prstGeom>
          <a:solidFill>
            <a:srgbClr val="10182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037637"/>
            <a:ext cx="10698480" cy="598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management.endpoints.web.exposure.include: health,info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management.endpoint.health.show-details: never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management.endpoint.env.show-values: never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856025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Proteja o que sobrar com autenticação (ex.: hasRole('ADMIN') para /actuator/) e desabilite o H2 console em prod (spring.h2.console.enabled: false, ou perfil postgres).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6494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/actuator/env → 401/404; /actuator/health → ok.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714646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/actuator/env deixa de expor segredos; /h2-console indisponível em prod.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6.2 — Dependency-Check e atualização da dependência vulnerável (20 min)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677924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Rode a análise de dependências (perfil security já configurado no pom.xml):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86077"/>
            <a:ext cx="11064240" cy="480060"/>
          </a:xfrm>
          <a:prstGeom prst="roundRect">
            <a:avLst>
              <a:gd name="adj" fmla="val 11429"/>
            </a:avLst>
          </a:prstGeom>
          <a:solidFill>
            <a:srgbClr val="1018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95805"/>
            <a:ext cx="106984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./mvnw -Psecurity verify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75865"/>
            <a:ext cx="1106424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target/dependency-check-report.html.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84018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a dependência com CVE (commons-text 1.9 → CVE-2022-42889, "Text4Shell").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92170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Atualize para uma versão corrigida (ex.: 1.10.0+) no pom.xml.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500323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Rode de novo → o CVE não deve mais aparecer (ou o build não falha mais no gate de CVSS).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50792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relatório aponta o commons-text 1.9; após atualizar, o finding some.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6.3 — Hardening do Dockerfile + Trivy (20 min)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677924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Reescreva o Dockerfile com: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86077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(stage de build com Maven; stage final só com o JRE + o jar);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72284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não-root;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558491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segredos em ENV (passe em runtime via ambiente);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44698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base mínima (ex.: eclipse-temurin:17-jre).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30906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Faça o build e escaneie a imagem: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39058"/>
            <a:ext cx="11064240" cy="649224"/>
          </a:xfrm>
          <a:prstGeom prst="roundRect">
            <a:avLst>
              <a:gd name="adj" fmla="val 8451"/>
            </a:avLst>
          </a:prstGeom>
          <a:solidFill>
            <a:srgbClr val="1018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48786"/>
            <a:ext cx="10698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docker build -t portal-pedidos:hardened 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docker run --rm aquasec/trivy:latest image portal-pedidos:hardened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198010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 que não há segredo embutido (docker history portal-pedidos:hardened) e que roda como não-root.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48479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multi-stage, não-root, sem segredo em layer; Trivy sem críticos evitáveis.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6.4 — Pipeline CI com gates de segurança (15 min)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677924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workflow (GitHub Actions ou GitLab CI — escolha um) com 3 estágios: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86077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build+test: ./mvnw verify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72284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SAST: SonarQube/Semgrep (da Aula 5)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558491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SCA: ./mvnw -Psecurity verify (Dependency-Check)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44698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o pipeline para falhar se houver finding crítico (ex.: failBuildOnCVSS alto).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95167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Faça um commit que reintroduza uma dependência vulnerável e observe o pipeline falhar no gate de SCA.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45636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roda os 3 gates e falha o build diante de um crítico.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97280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Actuator/H2 protegidos; dependência atualizada; Dockerfile hardened + scan; pipeline com gates.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54403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seguida: CTF (anexos/ctf.md) e Simulado final (../simulado-final.md).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2026-09-14T15:44:25Z</dcterms:created>
  <dcterms:modified xsi:type="dcterms:W3CDTF">2026-09-14T15:44:25Z</dcterms:modified>
</cp:coreProperties>
</file>