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claro o que precisa/não precisa de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ciclo de deploy seguro em 4 frentes.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 exposto no baseline; fechado no hardened. Conceito: superfície mínima.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Detecta 1.9, atualiza para 1.10, CVE desaparece. Idealmente falha o build no crítico.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Trivy nativo cobre o aluno; build+scan da imagem é bônus no instrutor.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Shift-left: barra o crítico cedo. Reintroduza o CVE para ver o gate falhar.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Circule; foque nas dúvidas de SCA/CI, que são as menos familiares.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 o curso: segurança em todas as etapas. Encaminhe para o CTF e o simulado.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554480"/>
            <a:ext cx="4937760" cy="493776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731520"/>
            <a:ext cx="3291840" cy="3291840"/>
          </a:xfrm>
          <a:prstGeom prst="ellipse">
            <a:avLst/>
          </a:prstGeom>
          <a:ln w="19050">
            <a:solidFill>
              <a:srgbClr val="5AA1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01400" y="868680"/>
            <a:ext cx="457200" cy="457200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4630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 FINAL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116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</a:t>
            </a:r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Laboratório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8036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Seguro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a superfície: operação, dependências, imagem e pipeline.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5029200"/>
            <a:ext cx="771754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5029200"/>
            <a:ext cx="77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95728" y="5029200"/>
            <a:ext cx="415138" cy="274320"/>
          </a:xfrm>
          <a:prstGeom prst="roundRect">
            <a:avLst>
              <a:gd name="adj" fmla="val 50000"/>
            </a:avLst>
          </a:prstGeom>
          <a:solidFill>
            <a:srgbClr val="7FD3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95728" y="5029200"/>
            <a:ext cx="415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67328" y="5029200"/>
            <a:ext cx="1342339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67328" y="5029200"/>
            <a:ext cx="1342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DOCKERFILE/TRIVY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76288" y="5029200"/>
            <a:ext cx="771754" cy="274320"/>
          </a:xfrm>
          <a:prstGeom prst="roundRect">
            <a:avLst>
              <a:gd name="adj" fmla="val 50000"/>
            </a:avLst>
          </a:prstGeom>
          <a:solidFill>
            <a:srgbClr val="BFE3C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76288" y="5029200"/>
            <a:ext cx="77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DOCKER — Dependency-Check (Maven) + Trivy nativo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guiada, depois você põe a mão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300320" cy="2377440"/>
          </a:xfrm>
          <a:prstGeom prst="roundRect">
            <a:avLst>
              <a:gd name="adj" fmla="val 3077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359152"/>
            <a:ext cx="1841602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9536" y="2359152"/>
            <a:ext cx="1841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INSTRUTOR DEMONSTRA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816352"/>
            <a:ext cx="475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Actuator/SCA: falha no baseline → hardened → prova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Trivy: escanear e ler os alertas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reintroduzir um CVE e ver o gate falhar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2103120"/>
            <a:ext cx="5300320" cy="2377440"/>
          </a:xfrm>
          <a:prstGeom prst="roundRect">
            <a:avLst>
              <a:gd name="adj" fmla="val 3077"/>
            </a:avLst>
          </a:prstGeom>
          <a:solidFill>
            <a:srgbClr val="1B2330"/>
          </a:solidFill>
          <a:ln w="12700">
            <a:solidFill>
              <a:srgbClr val="E8B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17056" y="2359152"/>
            <a:ext cx="1841602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17056" y="2359152"/>
            <a:ext cx="1841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VOCÊ REFAZ (lab.md)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17056" y="2816352"/>
            <a:ext cx="475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diz o que observar e o que significa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Entenda o risco que cada config fecha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é entender, não só entregar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70916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222C3B"/>
          </a:solidFill>
          <a:ln w="12700">
            <a:solidFill>
              <a:srgbClr val="7FD3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864608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Docker nas VMs: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Dependency-Check roda pelo Maven; Trivy escaneia por binário nativo (config/fs). O build da imagem é opcional/instrutor.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TEORIA VIRA PRÁTICA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Mapa: conceito → laboratório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313432"/>
            <a:ext cx="182880" cy="182880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52728" y="209397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Superfície mínima em produção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84848" y="20939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Actuator/H2 abertos vazam segredos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253167" y="2240280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53167" y="2240280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935224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3282696"/>
            <a:ext cx="182880" cy="182880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52728" y="30632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— dependências vulneráveis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784848" y="3063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commons-text 1.9 (Text4Shell)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253167" y="3209544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7FD3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53167" y="3209544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904488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4251960"/>
            <a:ext cx="182880" cy="182880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52728" y="403250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de container segura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40325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root/segredo/gordo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253167" y="4178808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53167" y="4178808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873752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5221224"/>
            <a:ext cx="182880" cy="182880"/>
          </a:xfrm>
          <a:prstGeom prst="ellipse">
            <a:avLst/>
          </a:prstGeom>
          <a:solidFill>
            <a:srgbClr val="BFE3C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252728" y="50017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no CI (shift-left)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50017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sem gates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253167" y="5148072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BFE3C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53167" y="5148072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· ACTUATOR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app entrega a própria planta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1057839" cy="1234440"/>
          </a:xfrm>
          <a:prstGeom prst="roundRect">
            <a:avLst>
              <a:gd name="adj" fmla="val 5926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6596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4942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13432"/>
            <a:ext cx="106920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'env -&gt; %{http_code}\n'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actuator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baseline: 200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actuator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dump de config/variáveis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246120"/>
            <a:ext cx="11057839" cy="1143000"/>
          </a:xfrm>
          <a:prstGeom prst="roundRect">
            <a:avLst>
              <a:gd name="adj" fmla="val 6400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3756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hardened — config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62102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685032"/>
            <a:ext cx="106920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application.yml (hardened)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exposure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57200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754880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(hardened):  </a:t>
            </a:r>
            <a:pPr indent="0" marL="0"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/actuator/env → 401/404   ·   /actuator/health → 200   ·   /h2-console indisponível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· SCA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dependência com CVE (Text4Shell)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1097280"/>
          </a:xfrm>
          <a:prstGeom prst="roundRect">
            <a:avLst>
              <a:gd name="adj" fmla="val 6667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9514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59152"/>
            <a:ext cx="10692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mvnw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Psecurity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DnvdApiKey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SUA_CHAVE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abre target/dependency-check-report.html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154680"/>
            <a:ext cx="11057839" cy="1005840"/>
          </a:xfrm>
          <a:prstGeom prst="roundRect">
            <a:avLst>
              <a:gd name="adj" fmla="val 7273"/>
            </a:avLst>
          </a:prstGeom>
          <a:solidFill>
            <a:srgbClr val="3A24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3310128"/>
            <a:ext cx="10417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buNone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commons-text 1.9  →  CVE-2022-42889 (Text4Shell), CVSS alto.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297680"/>
            <a:ext cx="11057839" cy="1143000"/>
          </a:xfrm>
          <a:prstGeom prst="roundRect">
            <a:avLst>
              <a:gd name="adj" fmla="val 6400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38912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corrigir → CVE some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67258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736592"/>
            <a:ext cx="106920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hardened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--&gt;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5321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o relatório antes da aula (1º download do NVD demora). Peça a NVD API key.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· IMAGEM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seguro + Trivy (sem Docker)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5300320" cy="2103120"/>
          </a:xfrm>
          <a:prstGeom prst="roundRect">
            <a:avLst>
              <a:gd name="adj" fmla="val 3478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249424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(SEM DOCKER)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" y="2578608"/>
            <a:ext cx="4751680" cy="1371600"/>
          </a:xfrm>
          <a:prstGeom prst="roundRect">
            <a:avLst>
              <a:gd name="adj" fmla="val 5333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2706624"/>
            <a:ext cx="4385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analisa o Dockerfile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deps/arquivos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24448" y="2011680"/>
            <a:ext cx="5300320" cy="2103120"/>
          </a:xfrm>
          <a:prstGeom prst="roundRect">
            <a:avLst>
              <a:gd name="adj" fmla="val 3478"/>
            </a:avLst>
          </a:prstGeom>
          <a:solidFill>
            <a:srgbClr val="1B2330"/>
          </a:solidFill>
          <a:ln w="12700">
            <a:solidFill>
              <a:srgbClr val="E8B3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49424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HARDENED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2578608"/>
            <a:ext cx="479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(build → JRE + jar)</a:t>
            </a:r>
            <a:endParaRPr lang="en-US" sz="13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não-root</a:t>
            </a:r>
            <a:endParaRPr lang="en-US" sz="13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segredo em ENV/layer</a:t>
            </a:r>
            <a:endParaRPr lang="en-US" sz="13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mínima: temurin:17-jre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343400"/>
            <a:ext cx="11057839" cy="1097280"/>
          </a:xfrm>
          <a:prstGeom prst="roundRect">
            <a:avLst>
              <a:gd name="adj" fmla="val 6667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3484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bônus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71830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782312"/>
            <a:ext cx="10692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opcional / instrutor (com Docker):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hardened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hardened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 · CI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segurança (shift-left)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1737360"/>
          </a:xfrm>
          <a:prstGeom prst="roundRect">
            <a:avLst>
              <a:gd name="adj" fmla="val 4211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9514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59152"/>
            <a:ext cx="106920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pipeline (resumo) — 3 gates a cada PR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mvnw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+ testes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mvnw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Psecurity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SCA: falha em CVSS alto (failBuildOnCVSS)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SAST (SonarQube/Semgrep) da Aula 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840480"/>
            <a:ext cx="11057839" cy="1463040"/>
          </a:xfrm>
          <a:prstGeom prst="roundRect">
            <a:avLst>
              <a:gd name="adj" fmla="val 5000"/>
            </a:avLst>
          </a:prstGeom>
          <a:solidFill>
            <a:srgbClr val="222C3B"/>
          </a:solidFill>
          <a:ln w="12700">
            <a:solidFill>
              <a:srgbClr val="7FD3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4041648"/>
            <a:ext cx="1041775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Demonstre a falha: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reintroduza commons-text 1.9 num commit → o gate de SCA FALHA o build. </a:t>
            </a:r>
            <a:pPr indent="0" marL="0">
              <a:lnSpc>
                <a:spcPct val="110000"/>
              </a:lnSpc>
              <a:buNone/>
            </a:pPr>
            <a:r>
              <a:rPr lang="en-US" sz="145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crítico não passa do PR — sem depender de alguém lembrar.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COM VOCÊ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refaça no lab.md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95144"/>
            <a:ext cx="365760" cy="365760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10312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Actuator/H2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53328" y="2103120"/>
            <a:ext cx="53885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mínima + auth; H2 off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999232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191256"/>
            <a:ext cx="365760" cy="365760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299923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(Dependency-Check)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053328" y="2999232"/>
            <a:ext cx="53885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o Text4Shell e atualizar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895344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087368"/>
            <a:ext cx="365760" cy="365760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389534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Trivy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053328" y="3895344"/>
            <a:ext cx="53885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multi-stage, não-root; trivy config/fs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791456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983480"/>
            <a:ext cx="365760" cy="365760"/>
          </a:xfrm>
          <a:prstGeom prst="ellipse">
            <a:avLst/>
          </a:prstGeom>
          <a:solidFill>
            <a:srgbClr val="BFE3C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81328" y="479145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com gates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053328" y="4791456"/>
            <a:ext cx="53885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gates; build falha no crítico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474720"/>
            <a:ext cx="5486400" cy="548640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3716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PONTA A PONTA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completo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2036003" cy="868680"/>
          </a:xfrm>
          <a:prstGeom prst="roundRect">
            <a:avLst>
              <a:gd name="adj" fmla="val 842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97480"/>
            <a:ext cx="18896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(Aulas 2–5)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02931" y="3131820"/>
            <a:ext cx="219456" cy="0"/>
          </a:xfrm>
          <a:prstGeom prst="line">
            <a:avLst/>
          </a:prstGeom>
          <a:noFill/>
          <a:ln w="19050">
            <a:solidFill>
              <a:srgbClr val="AEB7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22387" y="2697480"/>
            <a:ext cx="2036003" cy="868680"/>
          </a:xfrm>
          <a:prstGeom prst="roundRect">
            <a:avLst>
              <a:gd name="adj" fmla="val 842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95539" y="2697480"/>
            <a:ext cx="18896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(Actuator)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58390" y="3131820"/>
            <a:ext cx="219456" cy="0"/>
          </a:xfrm>
          <a:prstGeom prst="line">
            <a:avLst/>
          </a:prstGeom>
          <a:noFill/>
          <a:ln w="19050">
            <a:solidFill>
              <a:srgbClr val="AEB7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77846" y="2697480"/>
            <a:ext cx="2036003" cy="868680"/>
          </a:xfrm>
          <a:prstGeom prst="roundRect">
            <a:avLst>
              <a:gd name="adj" fmla="val 842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0998" y="2697480"/>
            <a:ext cx="18896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13849" y="3131820"/>
            <a:ext cx="219456" cy="0"/>
          </a:xfrm>
          <a:prstGeom prst="line">
            <a:avLst/>
          </a:prstGeom>
          <a:noFill/>
          <a:ln w="19050">
            <a:solidFill>
              <a:srgbClr val="AEB7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33305" y="2697480"/>
            <a:ext cx="2036003" cy="868680"/>
          </a:xfrm>
          <a:prstGeom prst="roundRect">
            <a:avLst>
              <a:gd name="adj" fmla="val 842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457" y="2697480"/>
            <a:ext cx="18896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(container)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69308" y="3131820"/>
            <a:ext cx="219456" cy="0"/>
          </a:xfrm>
          <a:prstGeom prst="line">
            <a:avLst/>
          </a:prstGeom>
          <a:noFill/>
          <a:ln w="19050">
            <a:solidFill>
              <a:srgbClr val="AEB7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88764" y="2697480"/>
            <a:ext cx="2036003" cy="868680"/>
          </a:xfrm>
          <a:prstGeom prst="roundRect">
            <a:avLst>
              <a:gd name="adj" fmla="val 842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61916" y="2697480"/>
            <a:ext cx="18896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(gates)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9319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Actuator/H2 protegidos, dependência atualizada, Dockerfile hardened + scan, pipeline com gates.</a:t>
            </a:r>
            <a:endParaRPr lang="en-US" sz="15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seguir: CTF (anexos/ctf.md) e Simulado final (../simulado-final.md).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· LABORATÓRIO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06 — Laboratório final: Deploy Seguro</dc:title>
  <dc:subject>PptxGenJS Presentation</dc:subject>
  <dc:creator>Curso CASE Java</dc:creator>
  <cp:lastModifiedBy>Curso CASE Java</cp:lastModifiedBy>
  <cp:revision>1</cp:revision>
  <dcterms:created xsi:type="dcterms:W3CDTF">2026-09-27T21:44:07Z</dcterms:created>
  <dcterms:modified xsi:type="dcterms:W3CDTF">2026-09-27T21:44:07Z</dcterms:modified>
</cp:coreProperties>
</file>