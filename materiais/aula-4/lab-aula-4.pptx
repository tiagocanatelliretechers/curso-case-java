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3716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· CASE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 + Gestão de Sessão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Duração: 40 min (cripto) + 60 min (sessão) · Ponto de partida: aula-4-baseline.    ·    Ambiente: JDK 17 + IDE + Postman/navegador (+ jq, base64 no terminal).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4.1 — De Base64 para AES-256-GCM (20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que a "proteção" atual é falsa e implementar cifra real.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0 — Prove que Base64 não protege: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64240" cy="649224"/>
          </a:xfrm>
          <a:prstGeom prst="roundRect">
            <a:avLst>
              <a:gd name="adj" fmla="val 8451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39696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valor de dados_pagamento vindo do banco (ex.: via /admin ou H2)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"VklTQSA0MTExIDExMTEgMTExMSAxMTExIHZhbCAxMi8yNyBjdnYgMTIz" | base64 -d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o "dado protegido" volta em texto claro sem nenhuma chave.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97073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49117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CryptoService para cifrar/decifrar com AES-256-GCM: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57270"/>
            <a:ext cx="109728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de 256 bits vinda de variável de ambiente (ex.: PORTAL_CRYPTO_KEY, Base64), não do código;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85793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IV/nonce de 12 bytes gerado com SecureRandom, único por operação;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72000"/>
            <a:ext cx="109728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IV || ciphertext || tag (concatenados) em Base64 (Base64 aqui é só transporte).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00523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uma chave para o ambiente: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08676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1018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518404"/>
            <a:ext cx="106984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export PORTAL_CRYPTO_KEY=$(head -c 32 /dev/urandom | base64)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4.1 — De Base64 para AES-256-GCM (20 min)  (cont.)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Regrave os dados de pagamento cifrados (no seed ou via serviço) e confirme que, sem a chave, o valor no banco é indecifrável; com a chave, o serviço recupera o original.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6349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em repouso cifrado; sem a chave não se recupera; chave fora do código.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70709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22753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vem de variável de ambiente (não hardcoded)?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0896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IV é gerado por SecureRandom e é único por operação?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95167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é AES/GCM/NoPadding com chave de 256 bits?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4.2 — Corrigir o JWT (20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a verificar a assinatura e demonstrar o ataque antes.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0 — Demonstre o ataque alg:none (baseline):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64240" cy="818388"/>
          </a:xfrm>
          <a:prstGeom prst="roundRect">
            <a:avLst>
              <a:gd name="adj" fmla="val 6704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39696"/>
            <a:ext cx="1069848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H=$(printf '{"alg":"none"}' | base64 | tr '+/' '-_' | tr -d '=')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P=$(printf '{"sub":"joao@acme.com","role":"ROLE_ADMIN"}' | base64 | tr '+/' '-_' | tr -d '=')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http://localhost:8080/api/pedidos -H "Authorization: Bearer $H.$P."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58084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o token forjado é aceito (role ADMIN sem senha).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66237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8281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JwtService, troque a leitura sem verificação por Jwts.parserBuilder().setSigningKey(key).build().parseClaimsJws(token).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68750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uma chave forte (≥ 256 bits) vinda de variável de ambiente; remova o segredo do application.yml.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19218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a expiração (ex.: 15 min) e valide exp.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27371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Reinicie e repita o Passo 0 → o token alg:none/forjado deve ser rejeitado (401).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35524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um token legítimo (via /api/auth/login) continua funcionando.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43677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tokens assinados com a chave correta são aceitos; forjados são rejeitados.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4.2 — Corrigir o JWT (20 min)  (cont.)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77924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alg:none/token forjado agora retorna 401?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4131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saiu do application.yml para variável de ambiente?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50338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legítimo ainda autentica?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4.3 — Cookie seguro + regeneração de sessão (30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blindar o cookie de sessão e prevenir session fixation.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29968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application.yml, ligue os flags do cookie: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8121"/>
            <a:ext cx="11064240" cy="818388"/>
          </a:xfrm>
          <a:prstGeom prst="roundRect">
            <a:avLst>
              <a:gd name="adj" fmla="val 6704"/>
            </a:avLst>
          </a:prstGeom>
          <a:solidFill>
            <a:srgbClr val="1018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47849"/>
            <a:ext cx="1069848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server.servlet.session.cookie.http-only: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server.servlet.session.cookie.secure: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server.servlet.session.cookie.same-site: lax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66237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 testar sem HTTPS local, secure pode ficar false apenas em dev — documente.)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74390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SecurityConfig, remova sessionFixation().none() (ou troque por changeSessionId(), o default seguro).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24858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capture o JSESSIONID antes do login; após o login, o ID deve mudar.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33011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Inspecione o Set-Cookie e confirme HttpOnly/SameSite.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4116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com flags seguros; ID de sessão regenerado no login.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93208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445252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 mostra HttpOnly e SameSite?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731459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JSESSIONID muda após o login (anti fixation)?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4.4 — Reativar CSRF (30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os fluxos baseados em cookie contra CSRF.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29968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SecurityConfig, remova o .csrf(disable) para os fluxos web (mantendo stateless a API com token em header — CSRF não se aplica a ela).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80437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Garanta que os formulários Thymeleaf enviem o token CSRF (o Spring injeta em forms com th:action).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30906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 proteção: monte uma requisição POST forjada sem o token (ex.: um HTML externo/curl) para um endpoint que altera estado (ex.: /pedidos) → deve ser bloqueada (403).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81374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o fluxo normal (com token) continua funcionando.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89527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forjada sem token CSRF é bloqueada; fluxo legítimo funciona.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1571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93615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sem token CSRF a um endpoint de escrita retorna 403?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79822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normal (com token) continua funcionando?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6603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stateless (token em header) segue operando sem CSRF?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CryptoService com AES-GCM; JwtService com verificação de assinatura.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12087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 cookie + regeneração de sessão; CSRF reativado para a web.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98294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Evidências: Base64 decodificado (4.1) e token alg:none rejeitado (4.2).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2026-09-14T15:44:25Z</dcterms:created>
  <dcterms:modified xsi:type="dcterms:W3CDTF">2026-09-14T15:44:25Z</dcterms:modified>
</cp:coreProperties>
</file>