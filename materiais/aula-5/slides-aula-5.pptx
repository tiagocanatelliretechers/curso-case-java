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o Lab 1.2 (o aluno já viu o stack trace no reconhecimento).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anti user-enumeration (Aulas 1/3).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handler global padronizando 4xx/5xx.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baseline, a URL do import é logada crua — permite forjar linhas de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 monitoramento da Aula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lab.md. Curto e de alto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SAST vê o código; DAST vê o comportamento — complementares.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= cobertura/《governança》; OSS = agilidade/custo. Muitos times combinam.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"SAST aponta onde olhar; o humano confirma."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findings que já sumiram (foram corrigidos nas Aulas 2–4) como reforço.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Suba o SonarQube antes da aula (imagem pesada).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Complementa o SAST — pega o que só aparece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precisam de tuning para cobrir fluxos autenticados/complexos.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com testes autenticados e casos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ferramenta sozinha cobre tudo; segurança é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 ZAP via Docker apontando para o host da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6 parte de aula-6-baseline (error handling corrigido).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para Error Handling + SAST &amp; DAST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 (2 intervalos de 10 min). Ferramentas comerciais (AppScan, Fortify, WebInspect) são cobertas na teoria e no lab em Trilha A (se houver licença/trial); a Trilha B (open-source: SonarQube/Semgrep + OWASP ZAP) está sempre disponível. O laboratório roda a Trilha B por padrão.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(30 min) — Error Handling seguro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erros sem vazar informação.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 e logging seguro.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 app para os scans (SAST/DAST) de hoje.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Mensagens de erro são vazamento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trace, versão de framework, estrutura de banco → mapa para o atacante.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baseline: server.error.include-stacktrace=always e erros SQL ao cliente.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securely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padrão em erro = negar.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não tratada não pode "abrir" acesso/autorização.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de erro consistentes (não revelar existência de recursos por diferença de mensagem).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exceções no Spring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+ @ExceptionHandler → resposta genérica ao cliente.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fica no log do servidor, com correlação (traceId), não na resposta.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 include-stacktrace/include-exception.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seguro (gancho A09)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(sucesso/falha), mudanças de permissão, falhas de validação, acesso negado.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logar: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senha, token, dados de cartão, PII desnecessária.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(CWE-117):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sanitizar/《neutralizar》 quebras de linha do input antes de logar.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de logging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estruturado (JSON), níveis adequados, correlação de requisição.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Centralização (ELK/《SIEM》) e retenção; alertas para eventos de segurança.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(20 min) — Laboratório rápido: Error Handling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5.1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@ControllerAdvice global; desligar stack trace ao cliente; corrigir log injection.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(40 min) — SAST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SAST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Testing: analisa código-fonte/bytecode sem executar.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Acha: Injection, cripto fraca, hardcoded secrets, padrões inseguros.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"White-box", cedo no ciclo (shift-left).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SAST (panorama)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 SCA (OpenText), AppScan Source (HCL) — rulepacks amplos, integração em pipeline, triagem corporativa, dashboards.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Open-source/dev: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(com regras de segurança) e Semgrep (regras em YAML, rápido).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limitações do SAST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Forças: acha classes conhecidas cedo; roda sem ambiente; bom para CI.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falsos positivos; não vê problemas de runtime/config/ambiente; precisa de triagem.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e triar resultados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× confiança; priorizar exploráveis.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Supressão justificada (com comentário/rastreio) vs. correção.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findings e evitar regressão (gate no PR).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(50 min) — Laboratório SAST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5.2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B: SonarQube (Docker) + Sonar Scanner no Portal; triar ≥ 5 findings; corrigir 1 alto.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A (se houver): Fortify/AppScan Source equivalente.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(40 min) — DAST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Application Security Testing: testa a aplicação em execução, como um atacante externo.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"Black-box", sem acesso ao código.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Acha: config insegura, headers ausentes, comportamento real (XSS refletido, etc.).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DAST (panorama)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AppScan Standard (HCL), WebInspect (OpenText) — crawling, ataque automatizado, scans autenticados, relatórios corporativos.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— proxy/scanner completo, baseline scan e scan autenticado.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limitações do DAST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Forças: acha problemas de config/runtime; poucos falsos positivos em certas classes.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cobertura depende do crawling; difícil em SPAs/fluxos complexos sem configurar.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× DAST × IAST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(código) + DAST (execução) + IAST (instrumentação em runtime, dentro da app durante testes).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maduro usa mais de um tipo + SCA (dependências, Aula 6).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6 (40 min) — Laboratório DAST + fechamento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5.3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B: OWASP ZAP baseline + scan autenticado contra o Portal; analisar relatório; validar 1 finding.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A (se houver): WebInspect/AppScan Standard equivalente.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+ Quiz + ponte para a Aula 6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findings SAST vs DAST: o que só um dos dois achou?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(quiz.md).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6: deploy/manutenção seguros e pipeline com esses scans como gates.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2026-09-14T02:31:20Z</dcterms:created>
  <dcterms:modified xsi:type="dcterms:W3CDTF">2026-09-14T02:31:20Z</dcterms:modified>
</cp:coreProperties>
</file>