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22B39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011680"/>
            <a:ext cx="1554480" cy="1371600"/>
          </a:xfrm>
          <a:prstGeom prst="roundRect">
            <a:avLst>
              <a:gd name="adj" fmla="val 13333"/>
            </a:avLst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1371600" y="3246120"/>
            <a:ext cx="1554480" cy="822960"/>
          </a:xfrm>
          <a:prstGeom prst="triangle">
            <a:avLst/>
          </a:prstGeom>
          <a:solidFill>
            <a:srgbClr val="1B2430"/>
          </a:solidFill>
          <a:ln w="25400">
            <a:solidFill>
              <a:srgbClr val="5AA1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21488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🔒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APPLICATION SECURITY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246888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05: Tratamento de Erros + Testes (SAST &amp; DAST)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44805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Falhar sem vazar informação — e caçar falhas com ferramentas de análise estática e dinâmica.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Aula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que vazam, fail securely, @ControllerAdvice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Seguro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logar, o que nunca logar, log injection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08483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estática: forças, limites, triagem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dinâmica: app em execução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4340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na prática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SonarQube/Semgrep e OWASP ZAP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154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502152"/>
            <a:ext cx="3383280" cy="0"/>
          </a:xfrm>
          <a:prstGeom prst="line">
            <a:avLst/>
          </a:prstGeom>
          <a:noFill/>
          <a:ln w="19050">
            <a:solidFill>
              <a:srgbClr val="5AA17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global + SAST + DAST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desta aula, você será capaz 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erros com segurança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vazar stack trace ao cliente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global padronizado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4456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 com responsabilidade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eventos de segurança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logar segredos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log injection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01168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47888" y="213969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ferramentas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47888" y="2542032"/>
            <a:ext cx="31181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no código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na app rodando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Triar e priorizar findings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aulas anteriores corrigimos código. Agora aprendemos a falhar com segurança e a encontrar falhas com ferramentas.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2-4: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validação, authz, cripto e sessão corrigidas.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erro/logging + SAST/DAST.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global de erro, SonarQube e OWASP ZAP.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sozinha cobre tudo — segurança é processo, não um botão.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verboso é um presente de reconhecimento para o atacante.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de erro são vazamento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traces, versões e mensagens do banco revelam a stack e a estrutura interna.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Economizam horas do atacante no reconhecimento.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Expõem nomes de classes, tabelas e frameworks.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revelar caminhos internos e segredos em traces.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stack trace vai ao cliente; o Lab 5.1 move o detalhe para o log do servidor.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verboso x erro genérico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Baseline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+ stack trace completo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(classe, SQL, versão do Spring)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mapa da aplicação de graça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Corrigido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120640" cy="1280160"/>
          </a:xfrm>
          <a:prstGeom prst="roundRect">
            <a:avLst>
              <a:gd name="adj" fmla="val 4286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9202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"Ocorreu um erro. Ref: &lt;traceId&gt;"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(detalhe só no log do servidor)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cliente não aprende nada; equipe rastreia pelo traceId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050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 (antes):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/pedidos/abc provoca erro e revela a stack.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 no tratamento de erros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diante do inesperado precisa ser 'negar', nunca 'abrir'.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 não tratada não pode conceder acesso por acidente.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de erro consistentes — não revelar existência de recurso pela mensagem.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padrão em erro = negar.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de erro consistentes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própria diferença entre 403 e 404 pode vazar informação.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/pedidos/2 (de outro) dá 403 e um id inexistente dá 404, você confirma quais pedidos existem.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 conscientemente o que cada status revela.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Padronize mensagens quando diferenciar 'não existe' de 'não autorizado' importar.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Ligação: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 do anti user-enumeration da Aula 3.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— handler global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o tratamento: resposta genérica ao cliente, detalhe (com traceId) só no log.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10881360" cy="1645920"/>
          </a:xfrm>
          <a:prstGeom prst="roundRect">
            <a:avLst>
              <a:gd name="adj" fmla="val 2778"/>
            </a:avLst>
          </a:prstGeom>
          <a:solidFill>
            <a:srgbClr val="141B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70048"/>
            <a:ext cx="1051560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@ExceptionHandler(Exception.class)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ResponseEntity&lt;?&gt; handle(Exception e){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id = UUID.randomUUID().toString();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log.error("Erro [{}]", id, e);                    // detalhe SÓ no servidor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status(500).body(Map.of("erro","Ref: "+id)); // genérico ao cliente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84632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194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5.1 implementa este handler e desliga o stack trace ao cliente.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Seguro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 é sua caixa-preta — precisa registrar o certo, e nunca o proibido.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— o que logar x o que nunca logar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Logar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(sucesso/falha)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 permissão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validação e acesso negado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correlação (traceId)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Nunca logar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e tokens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cartão / PII desnecessária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e chaves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completo de requisições sensíveis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injection (CWE-117)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 entrada do usuário sem sanitizar permite que ele 'escreva' no seu log.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Quebras de linha (\r\n) no input forjam entradas falsas.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insere linhas para esconder rastros ou confundir a perícia.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Defesa: neutralizar CR/LF e usar placeholders.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injection — como acontece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4937760" cy="1097280"/>
          </a:xfrm>
          <a:prstGeom prst="roundRect">
            <a:avLst>
              <a:gd name="adj" fmla="val 5000"/>
            </a:avLst>
          </a:prstGeom>
          <a:solidFill>
            <a:srgbClr val="F6B8B6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194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com quebra de linha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"x\nINFO login OK admin"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0" y="2651760"/>
            <a:ext cx="54864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6309360" y="219456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55080" y="21945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log.info("URL: " + input)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 linhas (1 forjada)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41B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675888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correção: placeholders + neutralizar CR/LF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log.info("URL importada: {}", url.replaceAll("[\\r\\n]", "_"));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84632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91947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URL do import é logada crua; o Lab 5.1 corrige (ligação com A09).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— o log precisa ser visto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 não basta: alguém (ou algo) precisa olhar.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logs (ELK/SIEM) e defina alertas para eventos de segurança.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monitoramento, o incidente passa despercebido (A09).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o terreno para a resposta a incidente (Aula 6).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Análise Estática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o código à procura de padrões perigosos, cedo no ciclo.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SAST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Testing: analisa código-fonte/bytecode SEM executar a aplicação.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'White-box' — enxerga o código por dentro.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Injection, cripto fraca, hardcoded secrets.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cedo (commit/PR) — shift-left.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revisor que lê a planta da casa e aponta 'esta parede não aguenta' antes de construir.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no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Código-fonte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2697480"/>
            <a:ext cx="36576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0332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(SonarQube/Semgrep)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697480"/>
            <a:ext cx="365760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3774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(triados)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1078992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96512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muitos achados das Aulas 2-4 (SQLi, MD5, segredo) devem SUMIR no scan — prova de que a correção funcionou.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SAST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Fortify SCA (OpenText)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AppScan Source (HCL)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ampla, governança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corporativa em pipeline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/ dev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(regras de segurança)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Semgrep (regras em YAML)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dev-friendly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no nosso laboratório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forças e limites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Poderoso para achar classes conhecidas cedo — mas não enxerga tudo.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padrões sem ambiente; ótimo para CI.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positivos; cego a runtime/config/ambiente.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triagem humana.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SAST aponta onde olhar; o humano confirma e decide (corrigir ou suprimir com rastreio).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Triando resultados de SAST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relatório sem triagem vira ruído que o time aprende a ignorar.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severidade × confiança; priorize os exploráveis.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Suprima com justificativa quando for falso positivo.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findings + gate no PR para evitar regressão.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achado de 'hardcoded secret' no application.yml — é verdadeiro positivo? qual a ação?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Análise Dinâmica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 aplicação em execução, como um atacante externo.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DAST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Application Security Testing: testa a aplicação RODANDO, sem acesso ao código.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'Black-box' — vê a app como o atacante vê.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config insegura, headers ausentes, comportamento real (XSS refletido).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crawling e ataque automatizado.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'cliente oculto' que testa as portas do prédio já construído, sem ver a planta.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app em execução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3774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(OWASP ZAP)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2743200"/>
            <a:ext cx="640080" cy="274320"/>
          </a:xfrm>
          <a:prstGeom prst="rightArrow">
            <a:avLst/>
          </a:prstGeom>
          <a:solidFill>
            <a:srgbClr val="E0605F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237744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E9EDF2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RODANDO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 real)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0" y="2743200"/>
            <a:ext cx="640080" cy="274320"/>
          </a:xfrm>
          <a:prstGeom prst="rightArrow">
            <a:avLst/>
          </a:prstGeom>
          <a:solidFill>
            <a:srgbClr val="9FB0C4"/>
          </a:solidFill>
          <a:ln/>
        </p:spPr>
      </p:sp>
      <p:sp>
        <p:nvSpPr>
          <p:cNvPr id="10" name="Shape 8"/>
          <p:cNvSpPr/>
          <p:nvPr/>
        </p:nvSpPr>
        <p:spPr>
          <a:xfrm>
            <a:off x="8321040" y="2377440"/>
            <a:ext cx="3108960" cy="1005840"/>
          </a:xfrm>
          <a:prstGeom prst="roundRect">
            <a:avLst>
              <a:gd name="adj" fmla="val 5455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2377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</a:t>
            </a:r>
            <a:endParaRPr lang="en-US" sz="12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1078992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00507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ZAP revela, por exemplo, o Actuator exposto e headers de segurança ausentes.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DAST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AppScan Standard (HCL)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WebInspect (OpenText)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+ ataque + relatórios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autenticados corporativos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73368" y="186537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73368" y="2267712"/>
            <a:ext cx="4946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scan + scan autenticado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Proxy/scanner completo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no nosso laboratório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forças e limites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Enxerga o que o SAST não vê — mas depende de cobertura.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 config/runtime com poucos falsos positivos em certas classes.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Limites: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depende do crawling; difícil em SPAs/fluxos complexos.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 scans autenticados e casos de negócio manuais.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x DAST x IAST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estático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Cedo no ciclo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Acha: segredo, MD5, SQLi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67712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em execução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atacante externo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Acha: Actuator, headers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cobertura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20440" cy="2468880"/>
          </a:xfrm>
          <a:prstGeom prst="roundRect">
            <a:avLst>
              <a:gd name="adj" fmla="val 2222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865376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2267712"/>
            <a:ext cx="31181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 em runtime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os testes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visão de código + execução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falsos positivos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1F3A2E"/>
          </a:solidFill>
          <a:ln w="9525">
            <a:solidFill>
              <a:srgbClr val="7FD3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462272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SAST + DAST + SCA (dependências, Aula 6) para uma rede de segurança de verdade.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na Prática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trilhas: open-source (sempre) e comercial (opcional).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— fluxo (SAST)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53512" y="2697480"/>
            <a:ext cx="31089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sonar:sonar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token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05272" y="2697480"/>
            <a:ext cx="31089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Hotspots/Issues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57032" y="2697480"/>
            <a:ext cx="31089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Triar +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1 alto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965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análise baixa plugins e pede ~4 GB de RAM no Docker.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— fluxo (DAST)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AECBFA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rodando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953512" y="2697480"/>
            <a:ext cx="31089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baseline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05272" y="2697480"/>
            <a:ext cx="31089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3C98B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8932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autenticado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57032" y="2697480"/>
            <a:ext cx="310896" cy="274320"/>
          </a:xfrm>
          <a:prstGeom prst="rightArrow">
            <a:avLst/>
          </a:prstGeom>
          <a:solidFill>
            <a:srgbClr val="5AA17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37744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BFE3CE"/>
          </a:solidFill>
          <a:ln w="12700">
            <a:solidFill>
              <a:srgbClr val="0F16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4108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+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B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1 finding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3A2E1E"/>
          </a:solidFill>
          <a:ln w="9525">
            <a:solidFill>
              <a:srgbClr val="E8B3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0965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E8B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Windows/macOS use host.docker.internal:8080 (não --network=host).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um relatório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está na triagem, não no número de alertas.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87168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verdadeiro positivo de falso positivo.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manualmente ao menos 1 finding (reproduza a requisição).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por severidade e explorabilidade.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41655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Actuator exposto com um curl a /actuator/env (correção vem na Aula 6).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114800"/>
            <a:ext cx="3840480" cy="3840480"/>
          </a:xfrm>
          <a:prstGeom prst="ellipse">
            <a:avLst/>
          </a:prstGeom>
          <a:solidFill>
            <a:srgbClr val="1A22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da Aula 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global de erros + SAST + DAST, em duas trilhas.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do laboratório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2E5E43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65376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5.1 — Error handling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10479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@ControllerAdvice global + correção de log injection + desligar stack trace ao cliente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30998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5.2 — SAST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0215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SonarQube/Semgrep; triar ≥5 findings; corrigir 1 alto (ou Fortify/AppScan Source)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9718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27303F"/>
          </a:solidFill>
          <a:ln w="15875">
            <a:solidFill>
              <a:srgbClr val="4E856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30998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5.3 — DAST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3502152"/>
            <a:ext cx="4946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(baseline + autenticado); validar 1 finding (ou WebInspect/AppScan Standard)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20303F"/>
          </a:solidFill>
          <a:ln w="9525">
            <a:solidFill>
              <a:srgbClr val="9CC0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73659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9C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passo a passo (com as duas trilhas) está no lab-aula-5 e no lab.md.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A34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 a Aula 5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genérico ao cliente; detalhe só no log.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195681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73952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7373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securely: em erro, negar.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Logue eventos de segurança; nunca segredos.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8892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300837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7889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(código) x DAST (execução) se complementam.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467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separa sinal de ruído.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27303F"/>
          </a:solidFill>
          <a:ln w="12700">
            <a:solidFill>
              <a:srgbClr val="4E85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4059936"/>
            <a:ext cx="438912" cy="438912"/>
          </a:xfrm>
          <a:prstGeom prst="ellipse">
            <a:avLst/>
          </a:prstGeom>
          <a:solidFill>
            <a:srgbClr val="2E5E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4059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8404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SAST + DAST + SCA no processo.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22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— Deploy Seguro e Manutenção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a segurança até a produção: hardening, dependências vulneráveis, containers e gates de CI/CD. A Aula 6 parte de aula-6-baseline.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2026-09-19T19:32:40Z</dcterms:created>
  <dcterms:modified xsi:type="dcterms:W3CDTF">2026-09-19T19:32:40Z</dcterms:modified>
</cp:coreProperties>
</file>