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48495" y="-1371600"/>
            <a:ext cx="3840480" cy="3840480"/>
          </a:xfrm>
          <a:prstGeom prst="ellipse">
            <a:avLst/>
          </a:prstGeom>
          <a:solidFill>
            <a:srgbClr val="141A45"/>
          </a:solidFill>
          <a:ln/>
        </p:spPr>
      </p:sp>
      <p:sp>
        <p:nvSpPr>
          <p:cNvPr id="3" name="Shape 1"/>
          <p:cNvSpPr/>
          <p:nvPr/>
        </p:nvSpPr>
        <p:spPr>
          <a:xfrm>
            <a:off x="-1097280" y="4480560"/>
            <a:ext cx="3291840" cy="3291840"/>
          </a:xfrm>
          <a:prstGeom prst="ellipse">
            <a:avLst/>
          </a:prstGeom>
          <a:solidFill>
            <a:srgbClr val="028090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LABORATÓRIO · CASE JAVA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5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Handling + SAST &amp; DAST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48056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partida: aula-5-baseline (cripto/sessão corrigidos na Aula 4).    ·    Ambiente: JDK 17 + IDE + Docker (para SonarQube e OWASP ZAP).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4864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9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trilhas: Trilha B (open-source) roda sempre. Trilha A (comercial) é opcional,  só se a turma tiver licença/trial de Fortify/AppScan/WebInspect.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4572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457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"/>
            <a:ext cx="104543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5.1 — Error Handling seguro (20 min)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 · Laboratório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</a:t>
            </a:r>
            <a:pPr indent="0" marL="0"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parar de vazar stack trace e corrigir log injection.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77924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0 — Reproduza o vazamento (baseline):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11064240" cy="480060"/>
          </a:xfrm>
          <a:prstGeom prst="roundRect">
            <a:avLst>
              <a:gd name="adj" fmla="val 11429"/>
            </a:avLst>
          </a:prstGeom>
          <a:solidFill>
            <a:srgbClr val="1018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139696"/>
            <a:ext cx="1069848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-s "http://localhost:8080/pedidos/abc"   # id invalido -&gt; stack trace/mensagem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619756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passo: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971800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 um @ControllerAdvice global com @ExceptionHandler que: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279953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retorna resposta genérica ao cliente (ex.: "Ocorreu um erro" / JSON { "erro": "..." });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566160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o detalhe (exceção + traceId) apenas no log do servidor.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852367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application.yml, desligue a exposição: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11064240" cy="818388"/>
          </a:xfrm>
          <a:prstGeom prst="roundRect">
            <a:avLst>
              <a:gd name="adj" fmla="val 6704"/>
            </a:avLst>
          </a:prstGeom>
          <a:solidFill>
            <a:srgbClr val="10182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4270248"/>
            <a:ext cx="10698480" cy="598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server.error.include-message: never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server.error.include-stacktrace: never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server.error.include-exception: false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088636"/>
            <a:ext cx="10972800" cy="792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Corrija a log injection em ImportController: neutralize quebras de linha/《caracteres de controle》 do input antes de logar (ex.: substituir \r/\n), e prefira logar com placeholders (log.info("... {}", valor)).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881421"/>
            <a:ext cx="1097280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Teste: /pedidos/abc não revela mais stack trace; a URL do import não injeta linhas falsas no log.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4572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457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"/>
            <a:ext cx="104543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5.1 — Error Handling seguro (20 min)  (cont.)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 · Laboratório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esperado: </a:t>
            </a:r>
            <a:pPr indent="0" marL="0"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genéricos ao cliente; detalhe só no servidor; log sem injeção.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77924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(instrutor):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29968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/pedidos/abc retorna erro genérico (sem stack trace)?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16175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detalhe da exceção aparece no log do servidor (não na resposta)?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602382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URL com \n não cria linhas de log forjadas?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4572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457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"/>
            <a:ext cx="104543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5.2 — SAST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 · Laboratório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1106424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Trilha B (open-source) — SonarQube (50 min)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26387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Pré-requisitos: </a:t>
            </a:r>
            <a:pPr indent="0" marL="0"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Docker; ~4 GB de RAM livres.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78431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passo: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430475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 o SonarQube: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738628"/>
            <a:ext cx="11064240" cy="480060"/>
          </a:xfrm>
          <a:prstGeom prst="roundRect">
            <a:avLst>
              <a:gd name="adj" fmla="val 11429"/>
            </a:avLst>
          </a:prstGeom>
          <a:solidFill>
            <a:srgbClr val="10182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848356"/>
            <a:ext cx="1069848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docker run -d --name sonarqube -p 9000:9000 sonarqube:10-community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328416"/>
            <a:ext cx="1106424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Acesse &lt;http://localhost:9000&gt; (admin/admin; troque a senha). Crie um token em *My Account → Security*.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878885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Rode o scanner no projeto: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187038"/>
            <a:ext cx="11064240" cy="987552"/>
          </a:xfrm>
          <a:prstGeom prst="roundRect">
            <a:avLst>
              <a:gd name="adj" fmla="val 5556"/>
            </a:avLst>
          </a:prstGeom>
          <a:solidFill>
            <a:srgbClr val="1018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4296766"/>
            <a:ext cx="10698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./mvnw -q sonar:sonar \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-Dsonar.host.url=http://localhost:9000 \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-Dsonar.login=SEU_TOKEN \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-Dsonar.projectKey=portal-pedidos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284318"/>
            <a:ext cx="10972800" cy="792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painel, abra a aba Security Hotspots / Issues. Triar ≥ 5 findings: para cada um, anote: regra, severidade, se é verdadeiro/falso positivo, ação (corrigir/suprimir com justificativa).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077102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que vários findings das Aulas 2–4 já não aparecem (SQLi, MD5, etc.) — reforço.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4572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457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"/>
            <a:ext cx="104543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5.2 — SAST  (cont.)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 · Laboratório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25880"/>
            <a:ext cx="1097280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Corrija 1 finding novo de severidade alta ainda presente e rode o scan de novo para confirmar que sumiu.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876349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esperado: </a:t>
            </a:r>
            <a:pPr indent="0" marL="0"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executada; ≥ 5 findings triados; 1 alto corrigido e confirmado.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228393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(instrutor):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580437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scan concluiu e apareceu no painel?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866644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aluno triou ≥ 5 findings distinguindo VP/FP?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152851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finding alto foi corrigido e desapareceu no re-scan?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39058"/>
            <a:ext cx="1106424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Trilha A (opcional) — Fortify SCA / AppScan Source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839566"/>
            <a:ext cx="1097280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Traduza/analise o projeto com a ferramenta disponível (ex.: sourceanalyzer do Fortify, ou AppScan Source).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390034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os resultados (AWB/relatório), triar ≥ 5 findings equivalentes.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698187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Corrija 1 finding alto e re-analise.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06340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Checkpoint: </a:t>
            </a:r>
            <a:pPr indent="0" marL="0"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mesmos critérios da Trilha B.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4572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457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"/>
            <a:ext cx="104543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5.3 — DAST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 · Laboratório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1106424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Trilha B (open-source) — OWASP ZAP (40 min)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26387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Pré-requisitos: </a:t>
            </a:r>
            <a:pPr indent="0" marL="0"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rodando (aula-5-baseline); Docker.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78431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passo: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430475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scan (não autenticado):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738628"/>
            <a:ext cx="11064240" cy="649224"/>
          </a:xfrm>
          <a:prstGeom prst="roundRect">
            <a:avLst>
              <a:gd name="adj" fmla="val 8451"/>
            </a:avLst>
          </a:prstGeom>
          <a:solidFill>
            <a:srgbClr val="10182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2848356"/>
            <a:ext cx="10698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docker run --rm --network=host -t ghcr.io/zaproxy/zaproxy:stable \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zap-baseline.py -t http://localhost:8080 -r zap-baseline.html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497580"/>
            <a:ext cx="1106424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(em macOS/Windows, se --network=host não funcionar, use -t http://host.docker.internal:8080.)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048049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zap-baseline.html e revise os alertas (headers ausentes, cookies, etc.).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356202"/>
            <a:ext cx="1097280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autenticado: configure um contexto no ZAP (GUI) com as credenciais de teste (joao@acme.com/senha123) para cobrir rotas logadas; rode o *Active Scan* nas rotas de pedidos.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906670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1 finding e valide manualmente (reproduza a requisição e confirme).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14823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esperado: </a:t>
            </a:r>
            <a:pPr indent="0" marL="0"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gerado; alertas revisados; 1 finding validado manualmente.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566867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(instrutor):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918911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relatório do ZAP foi gerado e revisado?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4572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457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"/>
            <a:ext cx="104543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5.3 — DAST  (cont.)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 · Laboratório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25880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Houve pelo menos um scan cobrindo rota autenticada?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612087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aluno validou manualmente 1 finding (não só confiou no relatório)?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98294"/>
            <a:ext cx="1106424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Trilha A (opcional) — WebInspect / AppScan Standard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98802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o scan (URL alvo + autenticação gravada) contra o Portal.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606954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Rode crawling + ataque; exporte o relatório.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915107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 manualmente 1 finding.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223260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Checkpoint: </a:t>
            </a:r>
            <a:pPr indent="0" marL="0"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mesmos critérios da Trilha B.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4572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457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"/>
            <a:ext cx="104543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 · Laboratório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25880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Correções do Lab 5.1 (handler global + log seguro).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612087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de triagem SAST (≥ 5) + 1 correção confirmada.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898294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DAST + 1 finding validado manualmente.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2026-09-14T15:44:25Z</dcterms:created>
  <dcterms:modified xsi:type="dcterms:W3CDTF">2026-09-14T15:44:25Z</dcterms:modified>
</cp:coreProperties>
</file>