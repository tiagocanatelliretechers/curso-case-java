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Erros + Testes de Segurança (SAST &amp; DAST)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Erros e Logging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E LOGGING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hoje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sem vazar informação e encontrar falhas com ferramentas — duas competências que separam times maduros.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 seguro e logging que ajuda (sem entregar munição ao atacante).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(análise estática) e DAST (análise dinâmica): o que são, forças e limites.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handler global de erros; scan com SonarQube/Semgrep (SAST) e OWASP ZAP (DAST).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sozinha cobre tudo — segurança é processo, não um botão.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E LOGGING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Mensagens de erro são vazamento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verboso é um presente de reconhecimento para o atacante.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traces, versões de framework e mensagens do banco revelam a stack e a estrutura interna — economizando horas do atacante.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server.error.include-stacktrace: always   # entrega o trace ao cliente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357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2501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um erro (ex.: /pedidos/abc) e ler o stack trace para mapear classes, banco e versões.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32054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stack trace vai ao cliente; o Lab 5.1 move o detalhe para o log do servidor.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E LOGGING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securely no tratamento de erros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diante do inesperado precisa ser "negar", nunca "abrir".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exceção não tratada não pode resultar em acesso concedido; e respostas de erro devem ser consistentes (não revelar existência de recursos por diferença de mensagem).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buscar /pedidos/2 de outro cliente retorna 403 e um id inexistente retorna 404, você acabou de confirmar quais pedidos existem.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padronize as respostas de erro e decida conscientemente o que cada status revela.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E LOGGING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exceções no Spring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o tratamento e separe o que o cliente vê do que o servidor registra.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@ControllerAdvice com @ExceptionHandler devolve uma resposta genérica ao cliente e registra o detalhe (com um traceId) apenas no log do servidor.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1316736"/>
          </a:xfrm>
          <a:prstGeom prst="roundRect">
            <a:avLst>
              <a:gd name="adj" fmla="val 4167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@ExceptionHandler(Exception.class)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ResponseEntity&lt;?&gt; handle(Exception e){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id = UUID.randomUUID().toString();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log.error("Erro [{}]", id, e);                 // detalhe só no servidor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status(500).body(Map.of("erro","Ref: "+id)); // genérico ao cliente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0225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39369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5.1 implementa exatamente esse handler e desliga o stack trace ao cliente.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E LOGGING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seguro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 é sua caixa-preta — precisa registrar o certo, e nunca o proibido.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Logar: autenticação (sucesso/falha), mudanças de permissão, falhas de validação, acesso negado.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logar: senha, token, dados de cartão, PII desnecessária.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6839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injection (CWE-117): sanitizar quebras de linha do input e usar placeholders.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5701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log.info("URL importada: {}", url.replaceAll("[\\r\\n]", "_")); // evita forjar linhas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07822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URL do import é logada crua; o Lab 5.1 corrige (ligação com A09).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— Static Application Security Testing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STATIC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SAST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código-fonte/bytecode sem executar a aplicação — "white-box", cedo no ciclo.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SAST procura padrões perigosos — SQL dinâmico, cripto fraca, segredos hardcoded — direto no código, o que permite rodar já no commit/PR (shift-left).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revisor que lê a planta da casa e aponta "esta parede não aguenta" antes de construir.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achados das Aulas 2–4 (SQLi, MD5, segredo) devem sumir no scan — reforço de que a correção funcionou.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STATIC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SAST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enterprise ao open-source, o mesmo papel com trade-offs diferentes.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Fortify SCA (OpenText) e AppScan Source (HCL) — cobertura ampla, integração em pipeline, governança.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Open-source/dev: SonarQube (com regras de segurança) e Semgrep (regras em YAML, rápido).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6839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5983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laboratório usamos SonarQube/Semgrep (sempre disponíveis); a trilha comercial é opcional se houver licença.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STATIC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 e limites do SAST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Poderoso para achar classes conhecidas cedo — mas não enxerga tudo.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padrões conhecidos sem precisar de ambiente; porém gera falsos positivos e não vê problemas de runtime, configuração ou ambiente.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todo achado como verdadeiro — ou, no oposto, suprimir sem justificativa.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SAST aponta onde olhar; o humano confirma e decide (corrigir ou suprimir com rastreio).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STATIC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Triando resultados de SAST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relatório sem triagem vira ruído que o time aprende a ignorar.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achado, avalie severidade × confiança; priorize os exploráveis; suprima com justificativa quando for falso positivo; estabeleça um baseline e evite regressão (gate no PR).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achado de "hardcoded secret" no application.yml, é verdadeiro positivo? qual a ação?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 — Dynamic Application Security Testing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DYNAMIC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 aplicação em execução, como um atacante externo — "black-box", sem acesso ao código.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DAST navega (crawling) e ataca a aplicação rodando, encontrando problemas de configuração, headers ausentes e comportamento real (ex.: XSS refletido).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"cliente oculto" que testa as portas do prédio já construído, sem ver a planta.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rodamos o OWASP ZAP contra a aplicação para revelar o que só aparece em execução.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DYNAMIC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DAST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do enterprise ao open-source, com o mesmo papel.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AppScan Standard (HCL) e WebInspect (OpenText) — crawling, ataque automatizado, scans autenticados, relatórios corporativos.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OWASP ZAP — proxy/scanner completo, com baseline scan e scan autenticado.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6839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AF0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5983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precisam de tuning para cobrir fluxos autenticados e complexos.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DYNAMIC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 e limites do DAST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o que o SAST não vê — mas depende de cobertura.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problemas de config e runtime com poucos falsos positivos em certas classes; porém a cobertura depende do crawling e é difícil em SPAs/fluxos complexos sem configuração.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ZAP revela, por exemplo, o Actuator exposto e headers de segurança ausentes.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 scan com fluxos autenticados e casos de negócio manuais.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DYNAMIC APPLICATION SECURITY TESTING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x DAST x IAST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complementares — um processo maduro usa mais de uma.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(código) acha o segredo hardcoded e o MD5; DAST (execução) acha o Actuator aberto e os headers ausentes; IAST instrumenta a aplicação em runtime durante os testes, unindo visões.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Portal, cada técnica encontrou coisas diferentes — nenhuma sozinha cobriria tudo.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SAST + DAST + SCA (dependências, Aula 6) para uma rede de segurança de verdade.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e Fechamento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5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trilhas: open-source (sempre disponível) e comercial (opcional, com licença).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5.1 — Handler global de erros + correção de log injection.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5.2 — SAST: SonarQube/Semgrep no Portal; triar ≥ 5 achados; corrigir 1 alto (ou Fortify/AppScan Source).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 — DAST: OWASP ZAP (baseline + scan autenticado); validar 1 achado manualmente (ou WebInspect/AppScan Standard).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9300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detalhado está no deck de laboratório (lab-aula-5) e no lab.md.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e ponte para a Aula 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aprendemos a falhar com segurança e a caçar falhas com ferramentas.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padronizou o tratamento de erro, corrigiu a log injection e rodou SAST e DAST no Portal.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6: levar a segurança até a produção — hardening, dependências, containers e gates de CI/CD.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22676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revise SAST × DAST e triagem de findings. A Aula 6 parte de aula-6-baseline.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2026-09-15T18:10:48Z</dcterms:created>
  <dcterms:modified xsi:type="dcterms:W3CDTF">2026-09-15T18:10:48Z</dcterms:modified>
</cp:coreProperties>
</file>